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88163" cy="100203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FFA5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948D19AA-AD3A-440A-BC8C-31A115D65C6D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8322122A-FB12-47F1-8881-BE10CD58F41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979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2122A-FB12-47F1-8881-BE10CD58F41D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446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439738" y="1252538"/>
            <a:ext cx="6008687" cy="3381375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2122A-FB12-47F1-8881-BE10CD58F41D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920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4D5D17-BB40-943F-8F89-F03B7A9A1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CCE5836-1182-2968-B581-AE456E355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9123058-F7A1-B121-7562-520E7944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611AA13-5C03-D94B-5496-14CD243B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9EF4B4-0080-D76D-D22D-56556AC9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087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A59CA0-6ADD-14EA-9819-DEA1D62D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70DA28-146D-F9B7-BC9F-D6F535188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9BB118A-EDDB-2473-F94B-38357A5F1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CF5912-4B27-CC73-D51F-1737055AE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BFCF8A-F919-32C9-6611-D930BEDA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6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655FD7-9234-9F7A-D7CF-B8E80925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155F10A-EE2D-48D5-ED03-67DB6708E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834C528-96AF-ADC9-667C-6D8254C67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033BF9B-6C19-16F8-9F8B-4FF54690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30A36AD-827D-7D07-7D12-F9D102F2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558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450FDC-F3DA-709D-D1A7-B98681FB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884C66-90CA-6425-FA15-AA66EA319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22F6640-2F3B-BF03-196D-380140CCD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82B5B6F-CE32-C9D2-37EE-48165842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B72808-E752-1A31-3F8E-124AFA8F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653DB0F-69C7-D461-9FE7-7445ED897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094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6779D0-4BA1-329A-C50C-17848E716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F9F2065-EA3E-C3AF-FEEA-91F235F2A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DCEB7CE-60F7-6E44-9636-6AA023163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E1653F9-6C3E-E2C9-1AFE-BB2BA0150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72487DC-E59F-E1F9-50E0-706C37E0A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621B0E7-810E-345C-5164-1D6B87542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6D1812D-3F37-BA6D-670C-71231F48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8266802-7FCC-F355-BA1B-4BB6894D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3625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79E2E9-CD69-6C3F-F52C-CB49A722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30506A8-C9C9-E21D-EAE1-03AB5D43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B1561EC-B1CA-A3A4-8035-8DFB666B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9954532-485C-22D4-E471-B9CDFE30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2484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83EA3AD-9370-DBF7-90BD-22635526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334E6F9-FB3F-7EFB-59EC-B75B57A3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8995CAA-2029-B8D2-4D52-50E734E1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808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1AE2D9-81D5-26F0-6F76-27F028C3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7F6F73-A3A4-B185-9D7B-C2EB2175D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C3BF97E-5260-A730-D7B9-B6DA5E4A0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5465EB1-E6F6-B703-EA5D-9E4324A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10EA771-6572-00B9-6C53-C9113D19D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9EB8D78-05A0-5A78-70F7-2B60E950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691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68A744-DE81-4F04-E121-CC62FE51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A7A55981-B747-BC2A-712C-EC6AA5000C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368911C-5B08-938A-6ED7-C1C7207DE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D35A146-F597-897A-6C71-34E26864C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2DA29E0-D64F-D64E-321B-317079B8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83C5873-F6A8-869F-E476-B1382398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9697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634B8E-05AD-8420-DAA4-430B3A666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5E34E20-03F7-1DB0-02FC-957BB795D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648E800-DD87-A19E-2148-463EB7960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0BF6EC-FD65-D951-0A88-C49C40DC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6225B15-D1EE-0ECA-239E-34D4003A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91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EB1C627-E3C5-BA59-0083-DC773FB84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4A5E326-5449-5B84-0227-2E1525E6B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98E2CD9-CEAE-4007-C88D-54B8E2DA3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F121D9F-55F7-D9B1-07C8-C49D8BF1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AADE6E-461D-3AE2-35FE-2F6DD0F1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07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C604DDB-6270-57AA-7DFF-447FBCAE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3628A0C-A49D-08A3-2322-8192B2325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F6C05ED-05DD-3BB9-FAF1-91E6D3BC6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96DFA-B0F3-4010-92AE-09F18C9C4778}" type="datetimeFigureOut">
              <a:rPr lang="pl-PL" smtClean="0"/>
              <a:t>14.09.2026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3697F92-BE1F-C912-D0B3-EAA5491B8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D6F39EB-E851-9125-35D0-92E1717DE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1BF17-21C6-46DD-9FB8-13B68EE621C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010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E97806-CAD8-C0E0-065C-C5A09CB92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tablice do alternatywnej komunikacji (AAC)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B0FA1A8-5DF9-F891-1509-20B20AC970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Autor: </a:t>
            </a:r>
            <a:r>
              <a:rPr lang="pl-PL" dirty="0" err="1"/>
              <a:t>MiloCorti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8250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97B8B7-BD50-7621-B4E1-81C0F5E7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Spis treści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AE0ADC-5E45-FED3-BAF6-709712463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Miejsca cz. 1</a:t>
            </a:r>
          </a:p>
          <a:p>
            <a:r>
              <a:rPr lang="pl-PL" dirty="0"/>
              <a:t>Miejsca cz. 2</a:t>
            </a:r>
          </a:p>
          <a:p>
            <a:r>
              <a:rPr lang="pl-PL" dirty="0"/>
              <a:t>Emocje cz. 1</a:t>
            </a:r>
          </a:p>
          <a:p>
            <a:r>
              <a:rPr lang="pl-PL" dirty="0"/>
              <a:t>Emocje cz. 2</a:t>
            </a:r>
          </a:p>
        </p:txBody>
      </p:sp>
    </p:spTree>
    <p:extLst>
      <p:ext uri="{BB962C8B-B14F-4D97-AF65-F5344CB8AC3E}">
        <p14:creationId xmlns:p14="http://schemas.microsoft.com/office/powerpoint/2010/main" val="291237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A8C35B-9711-1BB0-3758-C50AE6F6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13" y="-71406"/>
            <a:ext cx="10515600" cy="1049659"/>
          </a:xfrm>
        </p:spPr>
        <p:txBody>
          <a:bodyPr>
            <a:normAutofit/>
          </a:bodyPr>
          <a:lstStyle/>
          <a:p>
            <a:pPr algn="ctr"/>
            <a:r>
              <a:rPr lang="pl-PL" sz="5400" b="1" u="sng" dirty="0"/>
              <a:t>Miejsca cz. 1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ECB1712A-BA3B-5C50-E694-5205D9997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738494"/>
              </p:ext>
            </p:extLst>
          </p:nvPr>
        </p:nvGraphicFramePr>
        <p:xfrm>
          <a:off x="171254" y="849109"/>
          <a:ext cx="11849493" cy="6008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9831">
                  <a:extLst>
                    <a:ext uri="{9D8B030D-6E8A-4147-A177-3AD203B41FA5}">
                      <a16:colId xmlns:a16="http://schemas.microsoft.com/office/drawing/2014/main" val="2635667447"/>
                    </a:ext>
                  </a:extLst>
                </a:gridCol>
                <a:gridCol w="3949831">
                  <a:extLst>
                    <a:ext uri="{9D8B030D-6E8A-4147-A177-3AD203B41FA5}">
                      <a16:colId xmlns:a16="http://schemas.microsoft.com/office/drawing/2014/main" val="1900990649"/>
                    </a:ext>
                  </a:extLst>
                </a:gridCol>
                <a:gridCol w="3949831">
                  <a:extLst>
                    <a:ext uri="{9D8B030D-6E8A-4147-A177-3AD203B41FA5}">
                      <a16:colId xmlns:a16="http://schemas.microsoft.com/office/drawing/2014/main" val="3353099129"/>
                    </a:ext>
                  </a:extLst>
                </a:gridCol>
              </a:tblGrid>
              <a:tr h="2002964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596206"/>
                  </a:ext>
                </a:extLst>
              </a:tr>
              <a:tr h="2002964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663459"/>
                  </a:ext>
                </a:extLst>
              </a:tr>
              <a:tr h="2002964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754394"/>
                  </a:ext>
                </a:extLst>
              </a:tr>
            </a:tbl>
          </a:graphicData>
        </a:graphic>
      </p:graphicFrame>
      <p:sp>
        <p:nvSpPr>
          <p:cNvPr id="62" name="pole tekstowe 61">
            <a:extLst>
              <a:ext uri="{FF2B5EF4-FFF2-40B4-BE49-F238E27FC236}">
                <a16:creationId xmlns:a16="http://schemas.microsoft.com/office/drawing/2014/main" id="{19F3932D-DD0B-852A-9F8D-077E108C94F7}"/>
              </a:ext>
            </a:extLst>
          </p:cNvPr>
          <p:cNvSpPr txBox="1"/>
          <p:nvPr/>
        </p:nvSpPr>
        <p:spPr>
          <a:xfrm>
            <a:off x="8805296" y="4200898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PARK</a:t>
            </a:r>
          </a:p>
        </p:txBody>
      </p:sp>
      <p:grpSp>
        <p:nvGrpSpPr>
          <p:cNvPr id="139" name="Grupa 138">
            <a:extLst>
              <a:ext uri="{FF2B5EF4-FFF2-40B4-BE49-F238E27FC236}">
                <a16:creationId xmlns:a16="http://schemas.microsoft.com/office/drawing/2014/main" id="{5B3536BC-6F62-785E-6D6D-1DFF50ED0CD7}"/>
              </a:ext>
            </a:extLst>
          </p:cNvPr>
          <p:cNvGrpSpPr/>
          <p:nvPr/>
        </p:nvGrpSpPr>
        <p:grpSpPr>
          <a:xfrm>
            <a:off x="1760156" y="1032317"/>
            <a:ext cx="790603" cy="1187777"/>
            <a:chOff x="1708215" y="1442080"/>
            <a:chExt cx="790603" cy="1187777"/>
          </a:xfrm>
        </p:grpSpPr>
        <p:sp>
          <p:nvSpPr>
            <p:cNvPr id="65" name="Prostokąt 64">
              <a:extLst>
                <a:ext uri="{FF2B5EF4-FFF2-40B4-BE49-F238E27FC236}">
                  <a16:creationId xmlns:a16="http://schemas.microsoft.com/office/drawing/2014/main" id="{D7A7071E-E266-E6EB-F89B-687FB777B630}"/>
                </a:ext>
              </a:extLst>
            </p:cNvPr>
            <p:cNvSpPr/>
            <p:nvPr/>
          </p:nvSpPr>
          <p:spPr>
            <a:xfrm>
              <a:off x="1722899" y="1836360"/>
              <a:ext cx="775919" cy="7934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cxnSp>
          <p:nvCxnSpPr>
            <p:cNvPr id="9" name="Łącznik prosty 8">
              <a:extLst>
                <a:ext uri="{FF2B5EF4-FFF2-40B4-BE49-F238E27FC236}">
                  <a16:creationId xmlns:a16="http://schemas.microsoft.com/office/drawing/2014/main" id="{7C872123-BCC4-2115-2E33-1F3FA75F71A6}"/>
                </a:ext>
              </a:extLst>
            </p:cNvPr>
            <p:cNvCxnSpPr>
              <a:cxnSpLocks/>
            </p:cNvCxnSpPr>
            <p:nvPr/>
          </p:nvCxnSpPr>
          <p:spPr>
            <a:xfrm>
              <a:off x="1721754" y="1819152"/>
              <a:ext cx="0" cy="810705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8EE6FDBE-3D18-DB67-9142-BA064CDD7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1754" y="2629857"/>
              <a:ext cx="777064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Łącznik prosty 20">
              <a:extLst>
                <a:ext uri="{FF2B5EF4-FFF2-40B4-BE49-F238E27FC236}">
                  <a16:creationId xmlns:a16="http://schemas.microsoft.com/office/drawing/2014/main" id="{18E73186-0884-7001-CB1D-8D531E92D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8818" y="1819152"/>
              <a:ext cx="0" cy="810705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Łącznik prosty 35">
              <a:extLst>
                <a:ext uri="{FF2B5EF4-FFF2-40B4-BE49-F238E27FC236}">
                  <a16:creationId xmlns:a16="http://schemas.microsoft.com/office/drawing/2014/main" id="{AB7974E6-C1AE-AC68-A7B9-9E599321C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1295" y="2375333"/>
              <a:ext cx="0" cy="254524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Łącznik prosty 38">
              <a:extLst>
                <a:ext uri="{FF2B5EF4-FFF2-40B4-BE49-F238E27FC236}">
                  <a16:creationId xmlns:a16="http://schemas.microsoft.com/office/drawing/2014/main" id="{EA033228-082E-F5F6-DFA7-2F038A4B41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2824" y="2364688"/>
              <a:ext cx="0" cy="254524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Łącznik prosty 39">
              <a:extLst>
                <a:ext uri="{FF2B5EF4-FFF2-40B4-BE49-F238E27FC236}">
                  <a16:creationId xmlns:a16="http://schemas.microsoft.com/office/drawing/2014/main" id="{E1BD81BC-0DC9-3394-D35E-6538D8302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1295" y="2364688"/>
              <a:ext cx="191529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wal 43">
              <a:extLst>
                <a:ext uri="{FF2B5EF4-FFF2-40B4-BE49-F238E27FC236}">
                  <a16:creationId xmlns:a16="http://schemas.microsoft.com/office/drawing/2014/main" id="{67E15548-E72E-3104-8E50-DB03C263F3C1}"/>
                </a:ext>
              </a:extLst>
            </p:cNvPr>
            <p:cNvSpPr/>
            <p:nvPr/>
          </p:nvSpPr>
          <p:spPr>
            <a:xfrm>
              <a:off x="1802532" y="1994085"/>
              <a:ext cx="245502" cy="252951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cxnSp>
          <p:nvCxnSpPr>
            <p:cNvPr id="47" name="Łącznik prosty 46">
              <a:extLst>
                <a:ext uri="{FF2B5EF4-FFF2-40B4-BE49-F238E27FC236}">
                  <a16:creationId xmlns:a16="http://schemas.microsoft.com/office/drawing/2014/main" id="{009665B9-00CB-3198-6A7C-723190B427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4359" y="1992888"/>
              <a:ext cx="0" cy="24022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Łącznik prosty 49">
              <a:extLst>
                <a:ext uri="{FF2B5EF4-FFF2-40B4-BE49-F238E27FC236}">
                  <a16:creationId xmlns:a16="http://schemas.microsoft.com/office/drawing/2014/main" id="{50ADA496-0450-876C-2084-33FA3E5EEB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2532" y="2120560"/>
              <a:ext cx="245502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rójkąt równoramienny 58">
              <a:extLst>
                <a:ext uri="{FF2B5EF4-FFF2-40B4-BE49-F238E27FC236}">
                  <a16:creationId xmlns:a16="http://schemas.microsoft.com/office/drawing/2014/main" id="{FFB3FF69-097B-2DE9-2071-9BF1C31ECC19}"/>
                </a:ext>
              </a:extLst>
            </p:cNvPr>
            <p:cNvSpPr/>
            <p:nvPr/>
          </p:nvSpPr>
          <p:spPr>
            <a:xfrm>
              <a:off x="1708215" y="1442080"/>
              <a:ext cx="790602" cy="394280"/>
            </a:xfrm>
            <a:prstGeom prst="triangle">
              <a:avLst/>
            </a:prstGeom>
            <a:solidFill>
              <a:srgbClr val="FFFFFF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30" name="Grupa 29">
            <a:extLst>
              <a:ext uri="{FF2B5EF4-FFF2-40B4-BE49-F238E27FC236}">
                <a16:creationId xmlns:a16="http://schemas.microsoft.com/office/drawing/2014/main" id="{EFC8D106-F947-4C19-DDAE-B7F754A23D29}"/>
              </a:ext>
            </a:extLst>
          </p:cNvPr>
          <p:cNvGrpSpPr/>
          <p:nvPr/>
        </p:nvGrpSpPr>
        <p:grpSpPr>
          <a:xfrm>
            <a:off x="5430219" y="931952"/>
            <a:ext cx="1288276" cy="1287243"/>
            <a:chOff x="5396769" y="931952"/>
            <a:chExt cx="1288276" cy="1287242"/>
          </a:xfrm>
        </p:grpSpPr>
        <p:sp>
          <p:nvSpPr>
            <p:cNvPr id="79" name="Łuk blokowy 78">
              <a:extLst>
                <a:ext uri="{FF2B5EF4-FFF2-40B4-BE49-F238E27FC236}">
                  <a16:creationId xmlns:a16="http://schemas.microsoft.com/office/drawing/2014/main" id="{092D5E4D-9247-7210-214A-40A6C8C7B14A}"/>
                </a:ext>
              </a:extLst>
            </p:cNvPr>
            <p:cNvSpPr/>
            <p:nvPr/>
          </p:nvSpPr>
          <p:spPr>
            <a:xfrm flipV="1">
              <a:off x="5545881" y="1105132"/>
              <a:ext cx="838414" cy="715010"/>
            </a:xfrm>
            <a:prstGeom prst="blockArc">
              <a:avLst>
                <a:gd name="adj1" fmla="val 10800000"/>
                <a:gd name="adj2" fmla="val 0"/>
                <a:gd name="adj3" fmla="val 47131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80" name="Prostokąt: zaokrąglone rogi 79">
              <a:extLst>
                <a:ext uri="{FF2B5EF4-FFF2-40B4-BE49-F238E27FC236}">
                  <a16:creationId xmlns:a16="http://schemas.microsoft.com/office/drawing/2014/main" id="{B4C18E3D-63CC-6D85-2ED4-8BE1F67B6CCF}"/>
                </a:ext>
              </a:extLst>
            </p:cNvPr>
            <p:cNvSpPr/>
            <p:nvPr/>
          </p:nvSpPr>
          <p:spPr>
            <a:xfrm>
              <a:off x="5858571" y="1832883"/>
              <a:ext cx="213035" cy="236939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81" name="Prostokąt 80">
              <a:extLst>
                <a:ext uri="{FF2B5EF4-FFF2-40B4-BE49-F238E27FC236}">
                  <a16:creationId xmlns:a16="http://schemas.microsoft.com/office/drawing/2014/main" id="{9B463C29-19D5-E4EA-567B-CDC0D4649D09}"/>
                </a:ext>
              </a:extLst>
            </p:cNvPr>
            <p:cNvSpPr/>
            <p:nvPr/>
          </p:nvSpPr>
          <p:spPr>
            <a:xfrm>
              <a:off x="5396769" y="2069822"/>
              <a:ext cx="1030837" cy="149372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82" name="Owal 81">
              <a:extLst>
                <a:ext uri="{FF2B5EF4-FFF2-40B4-BE49-F238E27FC236}">
                  <a16:creationId xmlns:a16="http://schemas.microsoft.com/office/drawing/2014/main" id="{11347B4D-7970-BE9D-B0F4-84A04016F89C}"/>
                </a:ext>
              </a:extLst>
            </p:cNvPr>
            <p:cNvSpPr/>
            <p:nvPr/>
          </p:nvSpPr>
          <p:spPr>
            <a:xfrm flipH="1">
              <a:off x="6240132" y="931952"/>
              <a:ext cx="160985" cy="57600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83" name="Owal 82">
              <a:extLst>
                <a:ext uri="{FF2B5EF4-FFF2-40B4-BE49-F238E27FC236}">
                  <a16:creationId xmlns:a16="http://schemas.microsoft.com/office/drawing/2014/main" id="{54CBB15A-819A-2499-0999-07BF196434CD}"/>
                </a:ext>
              </a:extLst>
            </p:cNvPr>
            <p:cNvSpPr/>
            <p:nvPr/>
          </p:nvSpPr>
          <p:spPr>
            <a:xfrm>
              <a:off x="5585198" y="1389843"/>
              <a:ext cx="713008" cy="133129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84" name="Prostokąt 83">
              <a:extLst>
                <a:ext uri="{FF2B5EF4-FFF2-40B4-BE49-F238E27FC236}">
                  <a16:creationId xmlns:a16="http://schemas.microsoft.com/office/drawing/2014/main" id="{F401EC72-93FE-9D23-199F-E761CB6A36DD}"/>
                </a:ext>
              </a:extLst>
            </p:cNvPr>
            <p:cNvSpPr/>
            <p:nvPr/>
          </p:nvSpPr>
          <p:spPr>
            <a:xfrm>
              <a:off x="6451389" y="1082834"/>
              <a:ext cx="233656" cy="406461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85" name="Prostokąt 84">
              <a:extLst>
                <a:ext uri="{FF2B5EF4-FFF2-40B4-BE49-F238E27FC236}">
                  <a16:creationId xmlns:a16="http://schemas.microsoft.com/office/drawing/2014/main" id="{E868413F-7FBF-31A2-3635-862AD4E74528}"/>
                </a:ext>
              </a:extLst>
            </p:cNvPr>
            <p:cNvSpPr/>
            <p:nvPr/>
          </p:nvSpPr>
          <p:spPr>
            <a:xfrm>
              <a:off x="6534232" y="1114091"/>
              <a:ext cx="100542" cy="147445"/>
            </a:xfrm>
            <a:prstGeom prst="rect">
              <a:avLst/>
            </a:prstGeom>
            <a:solidFill>
              <a:schemeClr val="bg1"/>
            </a:solidFill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sp>
        <p:nvSpPr>
          <p:cNvPr id="89" name="pole tekstowe 88">
            <a:extLst>
              <a:ext uri="{FF2B5EF4-FFF2-40B4-BE49-F238E27FC236}">
                <a16:creationId xmlns:a16="http://schemas.microsoft.com/office/drawing/2014/main" id="{FB746C01-F5AA-4E5E-9FC1-1DD442B3B020}"/>
              </a:ext>
            </a:extLst>
          </p:cNvPr>
          <p:cNvSpPr txBox="1"/>
          <p:nvPr/>
        </p:nvSpPr>
        <p:spPr>
          <a:xfrm>
            <a:off x="4672132" y="2313180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TOALETA</a:t>
            </a:r>
          </a:p>
        </p:txBody>
      </p:sp>
      <p:sp>
        <p:nvSpPr>
          <p:cNvPr id="121" name="pole tekstowe 120">
            <a:extLst>
              <a:ext uri="{FF2B5EF4-FFF2-40B4-BE49-F238E27FC236}">
                <a16:creationId xmlns:a16="http://schemas.microsoft.com/office/drawing/2014/main" id="{7200ED05-4BA7-CEB1-ED47-B7EF456A3CC1}"/>
              </a:ext>
            </a:extLst>
          </p:cNvPr>
          <p:cNvSpPr txBox="1"/>
          <p:nvPr/>
        </p:nvSpPr>
        <p:spPr>
          <a:xfrm>
            <a:off x="8653903" y="2320974"/>
            <a:ext cx="2883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KOŚCIÓŁ</a:t>
            </a:r>
            <a:endParaRPr lang="pl-PL" b="1" dirty="0"/>
          </a:p>
        </p:txBody>
      </p:sp>
      <p:grpSp>
        <p:nvGrpSpPr>
          <p:cNvPr id="173" name="Grupa 172">
            <a:extLst>
              <a:ext uri="{FF2B5EF4-FFF2-40B4-BE49-F238E27FC236}">
                <a16:creationId xmlns:a16="http://schemas.microsoft.com/office/drawing/2014/main" id="{888A16ED-650A-FE39-BCDA-E7E88710080E}"/>
              </a:ext>
            </a:extLst>
          </p:cNvPr>
          <p:cNvGrpSpPr/>
          <p:nvPr/>
        </p:nvGrpSpPr>
        <p:grpSpPr>
          <a:xfrm>
            <a:off x="10759765" y="1015173"/>
            <a:ext cx="657172" cy="1232657"/>
            <a:chOff x="10901082" y="1541919"/>
            <a:chExt cx="657172" cy="1232657"/>
          </a:xfrm>
        </p:grpSpPr>
        <p:cxnSp>
          <p:nvCxnSpPr>
            <p:cNvPr id="169" name="Łącznik prosty 168">
              <a:extLst>
                <a:ext uri="{FF2B5EF4-FFF2-40B4-BE49-F238E27FC236}">
                  <a16:creationId xmlns:a16="http://schemas.microsoft.com/office/drawing/2014/main" id="{7090F08B-B357-84DB-32DF-C90C7641F6A8}"/>
                </a:ext>
              </a:extLst>
            </p:cNvPr>
            <p:cNvCxnSpPr>
              <a:cxnSpLocks/>
            </p:cNvCxnSpPr>
            <p:nvPr/>
          </p:nvCxnSpPr>
          <p:spPr>
            <a:xfrm>
              <a:off x="11264153" y="1541919"/>
              <a:ext cx="0" cy="1232657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Łącznik prosty 171">
              <a:extLst>
                <a:ext uri="{FF2B5EF4-FFF2-40B4-BE49-F238E27FC236}">
                  <a16:creationId xmlns:a16="http://schemas.microsoft.com/office/drawing/2014/main" id="{285726A1-4C14-1C3F-3895-0686F9ADFFE4}"/>
                </a:ext>
              </a:extLst>
            </p:cNvPr>
            <p:cNvCxnSpPr/>
            <p:nvPr/>
          </p:nvCxnSpPr>
          <p:spPr>
            <a:xfrm>
              <a:off x="10901082" y="1835633"/>
              <a:ext cx="657172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2" name="Grupa 251">
            <a:extLst>
              <a:ext uri="{FF2B5EF4-FFF2-40B4-BE49-F238E27FC236}">
                <a16:creationId xmlns:a16="http://schemas.microsoft.com/office/drawing/2014/main" id="{2802ACB0-79D0-78BC-C208-DAD3F72220C7}"/>
              </a:ext>
            </a:extLst>
          </p:cNvPr>
          <p:cNvGrpSpPr/>
          <p:nvPr/>
        </p:nvGrpSpPr>
        <p:grpSpPr>
          <a:xfrm>
            <a:off x="9681944" y="1014091"/>
            <a:ext cx="789744" cy="1220047"/>
            <a:chOff x="9746425" y="1091052"/>
            <a:chExt cx="789744" cy="1220047"/>
          </a:xfrm>
        </p:grpSpPr>
        <p:sp>
          <p:nvSpPr>
            <p:cNvPr id="91" name="Prostokąt 90">
              <a:extLst>
                <a:ext uri="{FF2B5EF4-FFF2-40B4-BE49-F238E27FC236}">
                  <a16:creationId xmlns:a16="http://schemas.microsoft.com/office/drawing/2014/main" id="{7CB720A5-672B-F899-398D-F46E6E5BF5A8}"/>
                </a:ext>
              </a:extLst>
            </p:cNvPr>
            <p:cNvSpPr/>
            <p:nvPr/>
          </p:nvSpPr>
          <p:spPr>
            <a:xfrm>
              <a:off x="9746425" y="1601397"/>
              <a:ext cx="775919" cy="70200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cxnSp>
          <p:nvCxnSpPr>
            <p:cNvPr id="95" name="Łącznik prosty 94">
              <a:extLst>
                <a:ext uri="{FF2B5EF4-FFF2-40B4-BE49-F238E27FC236}">
                  <a16:creationId xmlns:a16="http://schemas.microsoft.com/office/drawing/2014/main" id="{66ADB8C7-F869-0711-54D1-509EB0BF4D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15916" y="1566295"/>
              <a:ext cx="271" cy="743173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51" name="Grupa 250">
              <a:extLst>
                <a:ext uri="{FF2B5EF4-FFF2-40B4-BE49-F238E27FC236}">
                  <a16:creationId xmlns:a16="http://schemas.microsoft.com/office/drawing/2014/main" id="{8B42F6A4-E017-8751-7B99-E495F8D0BFD7}"/>
                </a:ext>
              </a:extLst>
            </p:cNvPr>
            <p:cNvGrpSpPr/>
            <p:nvPr/>
          </p:nvGrpSpPr>
          <p:grpSpPr>
            <a:xfrm>
              <a:off x="9758242" y="1091052"/>
              <a:ext cx="777927" cy="1220047"/>
              <a:chOff x="9768775" y="1461204"/>
              <a:chExt cx="777927" cy="1220047"/>
            </a:xfrm>
          </p:grpSpPr>
          <p:cxnSp>
            <p:nvCxnSpPr>
              <p:cNvPr id="93" name="Łącznik prosty 92">
                <a:extLst>
                  <a:ext uri="{FF2B5EF4-FFF2-40B4-BE49-F238E27FC236}">
                    <a16:creationId xmlns:a16="http://schemas.microsoft.com/office/drawing/2014/main" id="{3F5731AA-037A-D99F-C6F2-CE5BCC8E0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8775" y="1933317"/>
                <a:ext cx="0" cy="747934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Łącznik prosty 93">
                <a:extLst>
                  <a:ext uri="{FF2B5EF4-FFF2-40B4-BE49-F238E27FC236}">
                    <a16:creationId xmlns:a16="http://schemas.microsoft.com/office/drawing/2014/main" id="{7F96E8CE-996E-A8DA-B94D-AD58107174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68775" y="2650548"/>
                <a:ext cx="777064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Łącznik prosty 95">
                <a:extLst>
                  <a:ext uri="{FF2B5EF4-FFF2-40B4-BE49-F238E27FC236}">
                    <a16:creationId xmlns:a16="http://schemas.microsoft.com/office/drawing/2014/main" id="{2579D474-F55A-B975-22D9-96159B6E31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08316" y="2425371"/>
                <a:ext cx="0" cy="225178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Łącznik prosty 96">
                <a:extLst>
                  <a:ext uri="{FF2B5EF4-FFF2-40B4-BE49-F238E27FC236}">
                    <a16:creationId xmlns:a16="http://schemas.microsoft.com/office/drawing/2014/main" id="{ADDCE1A7-A753-8C38-C0C0-8211AC0D8B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99845" y="2415953"/>
                <a:ext cx="0" cy="225178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Łącznik prosty 97">
                <a:extLst>
                  <a:ext uri="{FF2B5EF4-FFF2-40B4-BE49-F238E27FC236}">
                    <a16:creationId xmlns:a16="http://schemas.microsoft.com/office/drawing/2014/main" id="{FCD912CC-3B5D-A610-E84A-985CAAADDF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08316" y="2415953"/>
                <a:ext cx="191529" cy="0"/>
              </a:xfrm>
              <a:prstGeom prst="line">
                <a:avLst/>
              </a:pr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2" name="Trójkąt równoramienny 101">
                <a:extLst>
                  <a:ext uri="{FF2B5EF4-FFF2-40B4-BE49-F238E27FC236}">
                    <a16:creationId xmlns:a16="http://schemas.microsoft.com/office/drawing/2014/main" id="{C231A4DA-2AD4-8F79-888E-4BDD0B123A73}"/>
                  </a:ext>
                </a:extLst>
              </p:cNvPr>
              <p:cNvSpPr/>
              <p:nvPr/>
            </p:nvSpPr>
            <p:spPr>
              <a:xfrm>
                <a:off x="9768775" y="1461204"/>
                <a:ext cx="777927" cy="474608"/>
              </a:xfrm>
              <a:prstGeom prst="triangle">
                <a:avLst/>
              </a:prstGeom>
              <a:solidFill>
                <a:srgbClr val="FFFFFF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18" name="Schemat blokowy: proces alternatywny 117">
                <a:extLst>
                  <a:ext uri="{FF2B5EF4-FFF2-40B4-BE49-F238E27FC236}">
                    <a16:creationId xmlns:a16="http://schemas.microsoft.com/office/drawing/2014/main" id="{11EA568D-9079-099E-17F7-E7369B5A3EEA}"/>
                  </a:ext>
                </a:extLst>
              </p:cNvPr>
              <p:cNvSpPr/>
              <p:nvPr/>
            </p:nvSpPr>
            <p:spPr>
              <a:xfrm>
                <a:off x="9834518" y="1999219"/>
                <a:ext cx="156396" cy="307288"/>
              </a:xfrm>
              <a:prstGeom prst="flowChartAlternate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412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Schemat blokowy: proces alternatywny 118">
                <a:extLst>
                  <a:ext uri="{FF2B5EF4-FFF2-40B4-BE49-F238E27FC236}">
                    <a16:creationId xmlns:a16="http://schemas.microsoft.com/office/drawing/2014/main" id="{91CD1D50-BEB6-5B03-8CAA-8DB5EEB34C86}"/>
                  </a:ext>
                </a:extLst>
              </p:cNvPr>
              <p:cNvSpPr/>
              <p:nvPr/>
            </p:nvSpPr>
            <p:spPr>
              <a:xfrm>
                <a:off x="10312084" y="1994875"/>
                <a:ext cx="156396" cy="311635"/>
              </a:xfrm>
              <a:prstGeom prst="flowChartAlternateProcess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412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5" name="Łącznik prosty 174">
                <a:extLst>
                  <a:ext uri="{FF2B5EF4-FFF2-40B4-BE49-F238E27FC236}">
                    <a16:creationId xmlns:a16="http://schemas.microsoft.com/office/drawing/2014/main" id="{A5CBF5F8-5CBB-0A7A-2964-63ED2ABE9479}"/>
                  </a:ext>
                </a:extLst>
              </p:cNvPr>
              <p:cNvCxnSpPr>
                <a:stCxn id="118" idx="1"/>
                <a:endCxn id="118" idx="3"/>
              </p:cNvCxnSpPr>
              <p:nvPr/>
            </p:nvCxnSpPr>
            <p:spPr>
              <a:xfrm>
                <a:off x="9834518" y="2152863"/>
                <a:ext cx="156396" cy="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Łącznik prosty 177">
                <a:extLst>
                  <a:ext uri="{FF2B5EF4-FFF2-40B4-BE49-F238E27FC236}">
                    <a16:creationId xmlns:a16="http://schemas.microsoft.com/office/drawing/2014/main" id="{632438D2-B389-BAC1-006E-535C4634B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12716" y="1998170"/>
                <a:ext cx="0" cy="307288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0" name="Łącznik prosty 179">
                <a:extLst>
                  <a:ext uri="{FF2B5EF4-FFF2-40B4-BE49-F238E27FC236}">
                    <a16:creationId xmlns:a16="http://schemas.microsoft.com/office/drawing/2014/main" id="{491FB67F-F290-95A2-21F1-9074CA150AEC}"/>
                  </a:ext>
                </a:extLst>
              </p:cNvPr>
              <p:cNvCxnSpPr>
                <a:stCxn id="119" idx="0"/>
                <a:endCxn id="119" idx="2"/>
              </p:cNvCxnSpPr>
              <p:nvPr/>
            </p:nvCxnSpPr>
            <p:spPr>
              <a:xfrm>
                <a:off x="10390282" y="1994875"/>
                <a:ext cx="0" cy="311635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2" name="Łącznik prosty 181">
                <a:extLst>
                  <a:ext uri="{FF2B5EF4-FFF2-40B4-BE49-F238E27FC236}">
                    <a16:creationId xmlns:a16="http://schemas.microsoft.com/office/drawing/2014/main" id="{BBE49220-B90C-5217-4C55-4C7DDD69D7D7}"/>
                  </a:ext>
                </a:extLst>
              </p:cNvPr>
              <p:cNvCxnSpPr>
                <a:stCxn id="119" idx="1"/>
              </p:cNvCxnSpPr>
              <p:nvPr/>
            </p:nvCxnSpPr>
            <p:spPr>
              <a:xfrm flipV="1">
                <a:off x="10312084" y="2150692"/>
                <a:ext cx="156396" cy="1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9" name="pole tekstowe 198">
            <a:extLst>
              <a:ext uri="{FF2B5EF4-FFF2-40B4-BE49-F238E27FC236}">
                <a16:creationId xmlns:a16="http://schemas.microsoft.com/office/drawing/2014/main" id="{3830AE57-1FF3-5B81-1575-A45ED082AAD5}"/>
              </a:ext>
            </a:extLst>
          </p:cNvPr>
          <p:cNvSpPr txBox="1"/>
          <p:nvPr/>
        </p:nvSpPr>
        <p:spPr>
          <a:xfrm>
            <a:off x="314491" y="4200899"/>
            <a:ext cx="3376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PRZEDSZKOLE/SZKOŁA</a:t>
            </a:r>
          </a:p>
        </p:txBody>
      </p:sp>
      <p:sp>
        <p:nvSpPr>
          <p:cNvPr id="205" name="pole tekstowe 204">
            <a:extLst>
              <a:ext uri="{FF2B5EF4-FFF2-40B4-BE49-F238E27FC236}">
                <a16:creationId xmlns:a16="http://schemas.microsoft.com/office/drawing/2014/main" id="{AB92AFC2-CC09-CE1D-1BEF-4A5E75A00C0B}"/>
              </a:ext>
            </a:extLst>
          </p:cNvPr>
          <p:cNvSpPr txBox="1"/>
          <p:nvPr/>
        </p:nvSpPr>
        <p:spPr>
          <a:xfrm>
            <a:off x="4735288" y="4408716"/>
            <a:ext cx="2715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SKLEP</a:t>
            </a:r>
            <a:endParaRPr lang="pl-PL" b="1" dirty="0"/>
          </a:p>
        </p:txBody>
      </p:sp>
      <p:sp>
        <p:nvSpPr>
          <p:cNvPr id="213" name="pole tekstowe 212">
            <a:extLst>
              <a:ext uri="{FF2B5EF4-FFF2-40B4-BE49-F238E27FC236}">
                <a16:creationId xmlns:a16="http://schemas.microsoft.com/office/drawing/2014/main" id="{F234A23E-04B0-9EAB-296F-F402EF9BF195}"/>
              </a:ext>
            </a:extLst>
          </p:cNvPr>
          <p:cNvSpPr txBox="1"/>
          <p:nvPr/>
        </p:nvSpPr>
        <p:spPr>
          <a:xfrm>
            <a:off x="635316" y="2349125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DOM</a:t>
            </a:r>
          </a:p>
        </p:txBody>
      </p:sp>
      <p:sp>
        <p:nvSpPr>
          <p:cNvPr id="216" name="pole tekstowe 215">
            <a:extLst>
              <a:ext uri="{FF2B5EF4-FFF2-40B4-BE49-F238E27FC236}">
                <a16:creationId xmlns:a16="http://schemas.microsoft.com/office/drawing/2014/main" id="{FF97D34C-5B5A-E8EB-9579-07AF2891F189}"/>
              </a:ext>
            </a:extLst>
          </p:cNvPr>
          <p:cNvSpPr txBox="1"/>
          <p:nvPr/>
        </p:nvSpPr>
        <p:spPr>
          <a:xfrm>
            <a:off x="566396" y="6077378"/>
            <a:ext cx="2970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LEKARZ/PLACÓWKA MEDYCZNA</a:t>
            </a:r>
          </a:p>
        </p:txBody>
      </p:sp>
      <p:sp>
        <p:nvSpPr>
          <p:cNvPr id="247" name="pole tekstowe 246">
            <a:extLst>
              <a:ext uri="{FF2B5EF4-FFF2-40B4-BE49-F238E27FC236}">
                <a16:creationId xmlns:a16="http://schemas.microsoft.com/office/drawing/2014/main" id="{30F28FA4-61A3-1B30-6706-EF29E2E273BC}"/>
              </a:ext>
            </a:extLst>
          </p:cNvPr>
          <p:cNvSpPr txBox="1"/>
          <p:nvPr/>
        </p:nvSpPr>
        <p:spPr>
          <a:xfrm>
            <a:off x="4285445" y="6265573"/>
            <a:ext cx="3589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INNE MIEJSCE</a:t>
            </a:r>
          </a:p>
        </p:txBody>
      </p:sp>
      <p:sp>
        <p:nvSpPr>
          <p:cNvPr id="249" name="pole tekstowe 248">
            <a:extLst>
              <a:ext uri="{FF2B5EF4-FFF2-40B4-BE49-F238E27FC236}">
                <a16:creationId xmlns:a16="http://schemas.microsoft.com/office/drawing/2014/main" id="{AD862B5A-8132-819A-1F9F-8D082B1BB791}"/>
              </a:ext>
            </a:extLst>
          </p:cNvPr>
          <p:cNvSpPr txBox="1"/>
          <p:nvPr/>
        </p:nvSpPr>
        <p:spPr>
          <a:xfrm>
            <a:off x="8416637" y="6223152"/>
            <a:ext cx="2327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Powrót</a:t>
            </a:r>
          </a:p>
        </p:txBody>
      </p:sp>
      <p:grpSp>
        <p:nvGrpSpPr>
          <p:cNvPr id="7" name="Grupa 6">
            <a:extLst>
              <a:ext uri="{FF2B5EF4-FFF2-40B4-BE49-F238E27FC236}">
                <a16:creationId xmlns:a16="http://schemas.microsoft.com/office/drawing/2014/main" id="{EBD4FDAE-91C0-54F0-6895-3BEC39AE7B20}"/>
              </a:ext>
            </a:extLst>
          </p:cNvPr>
          <p:cNvGrpSpPr/>
          <p:nvPr/>
        </p:nvGrpSpPr>
        <p:grpSpPr>
          <a:xfrm>
            <a:off x="5300833" y="2911711"/>
            <a:ext cx="1723747" cy="2088103"/>
            <a:chOff x="5240611" y="2922578"/>
            <a:chExt cx="1723747" cy="2088102"/>
          </a:xfrm>
        </p:grpSpPr>
        <p:sp>
          <p:nvSpPr>
            <p:cNvPr id="3" name="Owal 2">
              <a:extLst>
                <a:ext uri="{FF2B5EF4-FFF2-40B4-BE49-F238E27FC236}">
                  <a16:creationId xmlns:a16="http://schemas.microsoft.com/office/drawing/2014/main" id="{CBBA7736-6363-81C2-ACA7-3626631D9FA3}"/>
                </a:ext>
              </a:extLst>
            </p:cNvPr>
            <p:cNvSpPr/>
            <p:nvPr/>
          </p:nvSpPr>
          <p:spPr>
            <a:xfrm>
              <a:off x="5545881" y="3610466"/>
              <a:ext cx="195043" cy="2286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5" name="Owal 4">
              <a:extLst>
                <a:ext uri="{FF2B5EF4-FFF2-40B4-BE49-F238E27FC236}">
                  <a16:creationId xmlns:a16="http://schemas.microsoft.com/office/drawing/2014/main" id="{185B31E6-2C83-C5E3-67B7-CBD7BFC210A1}"/>
                </a:ext>
              </a:extLst>
            </p:cNvPr>
            <p:cNvSpPr/>
            <p:nvPr/>
          </p:nvSpPr>
          <p:spPr>
            <a:xfrm>
              <a:off x="5986021" y="3610466"/>
              <a:ext cx="195043" cy="2286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6" name="Owal 5">
              <a:extLst>
                <a:ext uri="{FF2B5EF4-FFF2-40B4-BE49-F238E27FC236}">
                  <a16:creationId xmlns:a16="http://schemas.microsoft.com/office/drawing/2014/main" id="{FBDDA20B-C04F-D624-2B8C-7F3C8D6EC023}"/>
                </a:ext>
              </a:extLst>
            </p:cNvPr>
            <p:cNvSpPr/>
            <p:nvPr/>
          </p:nvSpPr>
          <p:spPr>
            <a:xfrm>
              <a:off x="6451389" y="3610466"/>
              <a:ext cx="183385" cy="22863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grpSp>
          <p:nvGrpSpPr>
            <p:cNvPr id="15" name="Grupa 14">
              <a:extLst>
                <a:ext uri="{FF2B5EF4-FFF2-40B4-BE49-F238E27FC236}">
                  <a16:creationId xmlns:a16="http://schemas.microsoft.com/office/drawing/2014/main" id="{D5D923F7-B332-3710-BBF1-F10FE8437E8F}"/>
                </a:ext>
              </a:extLst>
            </p:cNvPr>
            <p:cNvGrpSpPr/>
            <p:nvPr/>
          </p:nvGrpSpPr>
          <p:grpSpPr>
            <a:xfrm>
              <a:off x="5240611" y="2922578"/>
              <a:ext cx="1723747" cy="2088102"/>
              <a:chOff x="5279531" y="2418038"/>
              <a:chExt cx="1683672" cy="2591828"/>
            </a:xfrm>
          </p:grpSpPr>
          <p:sp>
            <p:nvSpPr>
              <p:cNvPr id="12" name="Prostokąt: zaokrąglone rogi u góry 11">
                <a:extLst>
                  <a:ext uri="{FF2B5EF4-FFF2-40B4-BE49-F238E27FC236}">
                    <a16:creationId xmlns:a16="http://schemas.microsoft.com/office/drawing/2014/main" id="{8547A25F-671B-EB69-2097-9EAFB931B6D3}"/>
                  </a:ext>
                </a:extLst>
              </p:cNvPr>
              <p:cNvSpPr/>
              <p:nvPr/>
            </p:nvSpPr>
            <p:spPr>
              <a:xfrm flipV="1">
                <a:off x="5298621" y="3465013"/>
                <a:ext cx="1629754" cy="904103"/>
              </a:xfrm>
              <a:prstGeom prst="round2SameRect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Łuk 12">
                <a:extLst>
                  <a:ext uri="{FF2B5EF4-FFF2-40B4-BE49-F238E27FC236}">
                    <a16:creationId xmlns:a16="http://schemas.microsoft.com/office/drawing/2014/main" id="{E6739DE6-D09E-4298-7B9E-3E09762CD243}"/>
                  </a:ext>
                </a:extLst>
              </p:cNvPr>
              <p:cNvSpPr/>
              <p:nvPr/>
            </p:nvSpPr>
            <p:spPr>
              <a:xfrm rot="20968122">
                <a:off x="5279531" y="2418038"/>
                <a:ext cx="1683672" cy="2591828"/>
              </a:xfrm>
              <a:prstGeom prst="arc">
                <a:avLst>
                  <a:gd name="adj1" fmla="val 12365779"/>
                  <a:gd name="adj2" fmla="val 0"/>
                </a:avLst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</p:grpSp>
      <p:grpSp>
        <p:nvGrpSpPr>
          <p:cNvPr id="23" name="Grupa 22">
            <a:extLst>
              <a:ext uri="{FF2B5EF4-FFF2-40B4-BE49-F238E27FC236}">
                <a16:creationId xmlns:a16="http://schemas.microsoft.com/office/drawing/2014/main" id="{7A6DD728-EBEB-8320-9BC7-D3EDA495EA4D}"/>
              </a:ext>
            </a:extLst>
          </p:cNvPr>
          <p:cNvGrpSpPr/>
          <p:nvPr/>
        </p:nvGrpSpPr>
        <p:grpSpPr>
          <a:xfrm>
            <a:off x="1367247" y="2946521"/>
            <a:ext cx="1312020" cy="1323300"/>
            <a:chOff x="1347269" y="2923041"/>
            <a:chExt cx="1312020" cy="1323300"/>
          </a:xfrm>
        </p:grpSpPr>
        <p:sp>
          <p:nvSpPr>
            <p:cNvPr id="19" name="Księżyc 18">
              <a:extLst>
                <a:ext uri="{FF2B5EF4-FFF2-40B4-BE49-F238E27FC236}">
                  <a16:creationId xmlns:a16="http://schemas.microsoft.com/office/drawing/2014/main" id="{22A442A5-60A1-E1AE-02EA-24C19D3FEF7B}"/>
                </a:ext>
              </a:extLst>
            </p:cNvPr>
            <p:cNvSpPr/>
            <p:nvPr/>
          </p:nvSpPr>
          <p:spPr>
            <a:xfrm rot="5400000">
              <a:off x="1877067" y="2752514"/>
              <a:ext cx="217264" cy="558317"/>
            </a:xfrm>
            <a:prstGeom prst="moon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grpSp>
          <p:nvGrpSpPr>
            <p:cNvPr id="22" name="Grupa 21">
              <a:extLst>
                <a:ext uri="{FF2B5EF4-FFF2-40B4-BE49-F238E27FC236}">
                  <a16:creationId xmlns:a16="http://schemas.microsoft.com/office/drawing/2014/main" id="{567AF252-9D8F-2344-E5C3-1549FF1DD17F}"/>
                </a:ext>
              </a:extLst>
            </p:cNvPr>
            <p:cNvGrpSpPr/>
            <p:nvPr/>
          </p:nvGrpSpPr>
          <p:grpSpPr>
            <a:xfrm>
              <a:off x="1347269" y="3141499"/>
              <a:ext cx="1312020" cy="1104842"/>
              <a:chOff x="1347269" y="3141499"/>
              <a:chExt cx="1312020" cy="1104842"/>
            </a:xfrm>
          </p:grpSpPr>
          <p:grpSp>
            <p:nvGrpSpPr>
              <p:cNvPr id="18" name="Grupa 17">
                <a:extLst>
                  <a:ext uri="{FF2B5EF4-FFF2-40B4-BE49-F238E27FC236}">
                    <a16:creationId xmlns:a16="http://schemas.microsoft.com/office/drawing/2014/main" id="{B5AE53CF-FF4B-5803-ACB1-E42175E83443}"/>
                  </a:ext>
                </a:extLst>
              </p:cNvPr>
              <p:cNvGrpSpPr/>
              <p:nvPr/>
            </p:nvGrpSpPr>
            <p:grpSpPr>
              <a:xfrm>
                <a:off x="1347269" y="3141499"/>
                <a:ext cx="1312020" cy="1104842"/>
                <a:chOff x="1331771" y="2951893"/>
                <a:chExt cx="1312020" cy="1104842"/>
              </a:xfrm>
            </p:grpSpPr>
            <p:sp>
              <p:nvSpPr>
                <p:cNvPr id="10" name="Owal 9">
                  <a:extLst>
                    <a:ext uri="{FF2B5EF4-FFF2-40B4-BE49-F238E27FC236}">
                      <a16:creationId xmlns:a16="http://schemas.microsoft.com/office/drawing/2014/main" id="{EE82B229-B96D-386C-A195-3A9DC1EC7738}"/>
                    </a:ext>
                  </a:extLst>
                </p:cNvPr>
                <p:cNvSpPr/>
                <p:nvPr/>
              </p:nvSpPr>
              <p:spPr>
                <a:xfrm>
                  <a:off x="2285268" y="3192035"/>
                  <a:ext cx="358523" cy="624558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Owal 10">
                  <a:extLst>
                    <a:ext uri="{FF2B5EF4-FFF2-40B4-BE49-F238E27FC236}">
                      <a16:creationId xmlns:a16="http://schemas.microsoft.com/office/drawing/2014/main" id="{4DEFC004-5839-1E51-DAB7-068C25D149E7}"/>
                    </a:ext>
                  </a:extLst>
                </p:cNvPr>
                <p:cNvSpPr/>
                <p:nvPr/>
              </p:nvSpPr>
              <p:spPr>
                <a:xfrm>
                  <a:off x="1331771" y="3229417"/>
                  <a:ext cx="358523" cy="624558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Prostokąt: zaokrąglone rogi 7">
                  <a:extLst>
                    <a:ext uri="{FF2B5EF4-FFF2-40B4-BE49-F238E27FC236}">
                      <a16:creationId xmlns:a16="http://schemas.microsoft.com/office/drawing/2014/main" id="{9D3CA81B-3495-D355-C8F1-BFA0DEBF8E35}"/>
                    </a:ext>
                  </a:extLst>
                </p:cNvPr>
                <p:cNvSpPr/>
                <p:nvPr/>
              </p:nvSpPr>
              <p:spPr>
                <a:xfrm>
                  <a:off x="1478734" y="2951893"/>
                  <a:ext cx="1018094" cy="1104842"/>
                </a:xfrm>
                <a:prstGeom prst="roundRect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0" name="Prostokąt 19">
                <a:extLst>
                  <a:ext uri="{FF2B5EF4-FFF2-40B4-BE49-F238E27FC236}">
                    <a16:creationId xmlns:a16="http://schemas.microsoft.com/office/drawing/2014/main" id="{A59B383F-B2DC-91F0-5D6D-A183259FA440}"/>
                  </a:ext>
                </a:extLst>
              </p:cNvPr>
              <p:cNvSpPr/>
              <p:nvPr/>
            </p:nvSpPr>
            <p:spPr>
              <a:xfrm>
                <a:off x="1727291" y="3602884"/>
                <a:ext cx="552548" cy="282155"/>
              </a:xfrm>
              <a:prstGeom prst="rect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7" name="Grupa 36">
            <a:extLst>
              <a:ext uri="{FF2B5EF4-FFF2-40B4-BE49-F238E27FC236}">
                <a16:creationId xmlns:a16="http://schemas.microsoft.com/office/drawing/2014/main" id="{EAE119B2-8959-4B16-2282-351260BB450F}"/>
              </a:ext>
            </a:extLst>
          </p:cNvPr>
          <p:cNvGrpSpPr/>
          <p:nvPr/>
        </p:nvGrpSpPr>
        <p:grpSpPr>
          <a:xfrm>
            <a:off x="9261801" y="3278233"/>
            <a:ext cx="1734532" cy="1029723"/>
            <a:chOff x="9275975" y="3280528"/>
            <a:chExt cx="1734532" cy="1029723"/>
          </a:xfrm>
        </p:grpSpPr>
        <p:sp>
          <p:nvSpPr>
            <p:cNvPr id="24" name="Prostokąt 23">
              <a:extLst>
                <a:ext uri="{FF2B5EF4-FFF2-40B4-BE49-F238E27FC236}">
                  <a16:creationId xmlns:a16="http://schemas.microsoft.com/office/drawing/2014/main" id="{479A685B-CC9F-A86F-B159-37FB7E7E9E27}"/>
                </a:ext>
              </a:extLst>
            </p:cNvPr>
            <p:cNvSpPr/>
            <p:nvPr/>
          </p:nvSpPr>
          <p:spPr>
            <a:xfrm>
              <a:off x="9294828" y="3719820"/>
              <a:ext cx="131181" cy="590431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5" name="Prostokąt 24">
              <a:extLst>
                <a:ext uri="{FF2B5EF4-FFF2-40B4-BE49-F238E27FC236}">
                  <a16:creationId xmlns:a16="http://schemas.microsoft.com/office/drawing/2014/main" id="{6DB70802-9994-8D3A-BC59-A48B35458541}"/>
                </a:ext>
              </a:extLst>
            </p:cNvPr>
            <p:cNvSpPr/>
            <p:nvPr/>
          </p:nvSpPr>
          <p:spPr>
            <a:xfrm>
              <a:off x="10860473" y="3596688"/>
              <a:ext cx="131181" cy="713560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6" name="Prostokąt 25">
              <a:extLst>
                <a:ext uri="{FF2B5EF4-FFF2-40B4-BE49-F238E27FC236}">
                  <a16:creationId xmlns:a16="http://schemas.microsoft.com/office/drawing/2014/main" id="{9302875C-5CA3-AB87-3E0D-AAA31CD83282}"/>
                </a:ext>
              </a:extLst>
            </p:cNvPr>
            <p:cNvSpPr/>
            <p:nvPr/>
          </p:nvSpPr>
          <p:spPr>
            <a:xfrm>
              <a:off x="9275975" y="3280528"/>
              <a:ext cx="1715679" cy="514197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7" name="Prostokąt 26">
              <a:extLst>
                <a:ext uri="{FF2B5EF4-FFF2-40B4-BE49-F238E27FC236}">
                  <a16:creationId xmlns:a16="http://schemas.microsoft.com/office/drawing/2014/main" id="{9C2E5030-1C12-E566-A070-0D39AFD4C7A8}"/>
                </a:ext>
              </a:extLst>
            </p:cNvPr>
            <p:cNvSpPr/>
            <p:nvPr/>
          </p:nvSpPr>
          <p:spPr>
            <a:xfrm>
              <a:off x="9444862" y="3794725"/>
              <a:ext cx="1415611" cy="211474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cxnSp>
          <p:nvCxnSpPr>
            <p:cNvPr id="29" name="Łącznik prosty 28">
              <a:extLst>
                <a:ext uri="{FF2B5EF4-FFF2-40B4-BE49-F238E27FC236}">
                  <a16:creationId xmlns:a16="http://schemas.microsoft.com/office/drawing/2014/main" id="{3C58C664-5283-2FEC-4844-EB8643978963}"/>
                </a:ext>
              </a:extLst>
            </p:cNvPr>
            <p:cNvCxnSpPr>
              <a:cxnSpLocks/>
            </p:cNvCxnSpPr>
            <p:nvPr/>
          </p:nvCxnSpPr>
          <p:spPr>
            <a:xfrm>
              <a:off x="9294828" y="3610466"/>
              <a:ext cx="1715679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Łącznik prosty 30">
              <a:extLst>
                <a:ext uri="{FF2B5EF4-FFF2-40B4-BE49-F238E27FC236}">
                  <a16:creationId xmlns:a16="http://schemas.microsoft.com/office/drawing/2014/main" id="{3B7BBDFC-E5EB-C602-2DF1-7F0D6DD84C5E}"/>
                </a:ext>
              </a:extLst>
            </p:cNvPr>
            <p:cNvCxnSpPr/>
            <p:nvPr/>
          </p:nvCxnSpPr>
          <p:spPr>
            <a:xfrm>
              <a:off x="9294828" y="3381641"/>
              <a:ext cx="1696826" cy="0"/>
            </a:xfrm>
            <a:prstGeom prst="line">
              <a:avLst/>
            </a:pr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pole tekstowe 60">
            <a:extLst>
              <a:ext uri="{FF2B5EF4-FFF2-40B4-BE49-F238E27FC236}">
                <a16:creationId xmlns:a16="http://schemas.microsoft.com/office/drawing/2014/main" id="{F7C4903A-160D-A161-4F33-D27A12692556}"/>
              </a:ext>
            </a:extLst>
          </p:cNvPr>
          <p:cNvSpPr txBox="1"/>
          <p:nvPr/>
        </p:nvSpPr>
        <p:spPr>
          <a:xfrm>
            <a:off x="5324757" y="4764933"/>
            <a:ext cx="91537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500" dirty="0">
                <a:latin typeface="Arial Black" panose="020B0A04020102020204" pitchFamily="34" charset="0"/>
              </a:rPr>
              <a:t>?</a:t>
            </a:r>
          </a:p>
        </p:txBody>
      </p:sp>
      <p:grpSp>
        <p:nvGrpSpPr>
          <p:cNvPr id="28" name="Grupa 27">
            <a:extLst>
              <a:ext uri="{FF2B5EF4-FFF2-40B4-BE49-F238E27FC236}">
                <a16:creationId xmlns:a16="http://schemas.microsoft.com/office/drawing/2014/main" id="{E59485B6-9E15-3A79-E0C0-C4AB45436805}"/>
              </a:ext>
            </a:extLst>
          </p:cNvPr>
          <p:cNvGrpSpPr/>
          <p:nvPr/>
        </p:nvGrpSpPr>
        <p:grpSpPr>
          <a:xfrm>
            <a:off x="9651628" y="5065657"/>
            <a:ext cx="964373" cy="1201793"/>
            <a:chOff x="9651628" y="5065656"/>
            <a:chExt cx="964373" cy="1201793"/>
          </a:xfrm>
        </p:grpSpPr>
        <p:sp>
          <p:nvSpPr>
            <p:cNvPr id="16" name="Łuk blokowy 15">
              <a:extLst>
                <a:ext uri="{FF2B5EF4-FFF2-40B4-BE49-F238E27FC236}">
                  <a16:creationId xmlns:a16="http://schemas.microsoft.com/office/drawing/2014/main" id="{7BA9AB2F-9A76-ECE0-32F0-47E1FD234B82}"/>
                </a:ext>
              </a:extLst>
            </p:cNvPr>
            <p:cNvSpPr/>
            <p:nvPr/>
          </p:nvSpPr>
          <p:spPr>
            <a:xfrm rot="6354113">
              <a:off x="9632683" y="5084601"/>
              <a:ext cx="1002263" cy="964373"/>
            </a:xfrm>
            <a:prstGeom prst="blockArc">
              <a:avLst>
                <a:gd name="adj1" fmla="val 5467534"/>
                <a:gd name="adj2" fmla="val 0"/>
                <a:gd name="adj3" fmla="val 25000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solidFill>
                  <a:schemeClr val="tx1"/>
                </a:solidFill>
              </a:endParaRPr>
            </a:p>
          </p:txBody>
        </p:sp>
        <p:sp>
          <p:nvSpPr>
            <p:cNvPr id="17" name="Trójkąt równoramienny 16">
              <a:extLst>
                <a:ext uri="{FF2B5EF4-FFF2-40B4-BE49-F238E27FC236}">
                  <a16:creationId xmlns:a16="http://schemas.microsoft.com/office/drawing/2014/main" id="{0DD04DF1-9C0C-CBD2-A99F-CD8820A12996}"/>
                </a:ext>
              </a:extLst>
            </p:cNvPr>
            <p:cNvSpPr/>
            <p:nvPr/>
          </p:nvSpPr>
          <p:spPr>
            <a:xfrm rot="16200000">
              <a:off x="9496257" y="5711771"/>
              <a:ext cx="720697" cy="390659"/>
            </a:xfrm>
            <a:prstGeom prst="triangl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upa 34">
            <a:extLst>
              <a:ext uri="{FF2B5EF4-FFF2-40B4-BE49-F238E27FC236}">
                <a16:creationId xmlns:a16="http://schemas.microsoft.com/office/drawing/2014/main" id="{56D195E6-934C-568F-DFA3-A9E973E1CA98}"/>
              </a:ext>
            </a:extLst>
          </p:cNvPr>
          <p:cNvGrpSpPr/>
          <p:nvPr/>
        </p:nvGrpSpPr>
        <p:grpSpPr>
          <a:xfrm>
            <a:off x="1647257" y="4126310"/>
            <a:ext cx="976211" cy="2046468"/>
            <a:chOff x="1647257" y="4126309"/>
            <a:chExt cx="976211" cy="2046468"/>
          </a:xfrm>
        </p:grpSpPr>
        <p:sp>
          <p:nvSpPr>
            <p:cNvPr id="32" name="Łuk blokowy 31">
              <a:extLst>
                <a:ext uri="{FF2B5EF4-FFF2-40B4-BE49-F238E27FC236}">
                  <a16:creationId xmlns:a16="http://schemas.microsoft.com/office/drawing/2014/main" id="{E35A3785-389F-A163-B336-E5436EBCB093}"/>
                </a:ext>
              </a:extLst>
            </p:cNvPr>
            <p:cNvSpPr/>
            <p:nvPr/>
          </p:nvSpPr>
          <p:spPr>
            <a:xfrm rot="10800000">
              <a:off x="1647257" y="4126309"/>
              <a:ext cx="976211" cy="1647764"/>
            </a:xfrm>
            <a:prstGeom prst="blockArc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33" name="Owal 32">
              <a:extLst>
                <a:ext uri="{FF2B5EF4-FFF2-40B4-BE49-F238E27FC236}">
                  <a16:creationId xmlns:a16="http://schemas.microsoft.com/office/drawing/2014/main" id="{8D09F8C1-B6EE-79ED-A645-5B2C8BC63DD7}"/>
                </a:ext>
              </a:extLst>
            </p:cNvPr>
            <p:cNvSpPr/>
            <p:nvPr/>
          </p:nvSpPr>
          <p:spPr>
            <a:xfrm>
              <a:off x="1938336" y="5645583"/>
              <a:ext cx="489315" cy="527194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34" name="Owal 33">
              <a:extLst>
                <a:ext uri="{FF2B5EF4-FFF2-40B4-BE49-F238E27FC236}">
                  <a16:creationId xmlns:a16="http://schemas.microsoft.com/office/drawing/2014/main" id="{C0DD9EE1-AC74-D3D4-E07E-29F64C5B30D6}"/>
                </a:ext>
              </a:extLst>
            </p:cNvPr>
            <p:cNvSpPr/>
            <p:nvPr/>
          </p:nvSpPr>
          <p:spPr>
            <a:xfrm>
              <a:off x="2162226" y="5856204"/>
              <a:ext cx="45719" cy="10179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300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5D1824-EFCE-764C-B1BC-092FC773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l-PL" sz="5400" b="1" u="sng" dirty="0"/>
              <a:t>Miejsca cz. 2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F8EB68E2-1312-B799-D92A-3F8A3E8C4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743414"/>
              </p:ext>
            </p:extLst>
          </p:nvPr>
        </p:nvGraphicFramePr>
        <p:xfrm>
          <a:off x="103694" y="1159498"/>
          <a:ext cx="11943765" cy="5656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1255">
                  <a:extLst>
                    <a:ext uri="{9D8B030D-6E8A-4147-A177-3AD203B41FA5}">
                      <a16:colId xmlns:a16="http://schemas.microsoft.com/office/drawing/2014/main" val="3744445051"/>
                    </a:ext>
                  </a:extLst>
                </a:gridCol>
                <a:gridCol w="3981255">
                  <a:extLst>
                    <a:ext uri="{9D8B030D-6E8A-4147-A177-3AD203B41FA5}">
                      <a16:colId xmlns:a16="http://schemas.microsoft.com/office/drawing/2014/main" val="1620109486"/>
                    </a:ext>
                  </a:extLst>
                </a:gridCol>
                <a:gridCol w="3981255">
                  <a:extLst>
                    <a:ext uri="{9D8B030D-6E8A-4147-A177-3AD203B41FA5}">
                      <a16:colId xmlns:a16="http://schemas.microsoft.com/office/drawing/2014/main" val="1997020749"/>
                    </a:ext>
                  </a:extLst>
                </a:gridCol>
              </a:tblGrid>
              <a:tr h="1869453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114035"/>
                  </a:ext>
                </a:extLst>
              </a:tr>
              <a:tr h="1893416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97762"/>
                  </a:ext>
                </a:extLst>
              </a:tr>
              <a:tr h="1893416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600" dirty="0">
                          <a:latin typeface="Arial Black" panose="020B0A04020102020204" pitchFamily="34" charset="0"/>
                        </a:rPr>
                        <a:t>   ?</a:t>
                      </a:r>
                    </a:p>
                    <a:p>
                      <a:endParaRPr lang="pl-PL" sz="13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672512"/>
                  </a:ext>
                </a:extLst>
              </a:tr>
            </a:tbl>
          </a:graphicData>
        </a:graphic>
      </p:graphicFrame>
      <p:grpSp>
        <p:nvGrpSpPr>
          <p:cNvPr id="98" name="Grupa 97">
            <a:extLst>
              <a:ext uri="{FF2B5EF4-FFF2-40B4-BE49-F238E27FC236}">
                <a16:creationId xmlns:a16="http://schemas.microsoft.com/office/drawing/2014/main" id="{27F027C7-5960-CB9B-37A5-4594371D87EC}"/>
              </a:ext>
            </a:extLst>
          </p:cNvPr>
          <p:cNvGrpSpPr/>
          <p:nvPr/>
        </p:nvGrpSpPr>
        <p:grpSpPr>
          <a:xfrm>
            <a:off x="1132903" y="1159498"/>
            <a:ext cx="1496364" cy="946911"/>
            <a:chOff x="1295140" y="1512025"/>
            <a:chExt cx="1496364" cy="946911"/>
          </a:xfrm>
        </p:grpSpPr>
        <p:grpSp>
          <p:nvGrpSpPr>
            <p:cNvPr id="91" name="Grupa 90">
              <a:extLst>
                <a:ext uri="{FF2B5EF4-FFF2-40B4-BE49-F238E27FC236}">
                  <a16:creationId xmlns:a16="http://schemas.microsoft.com/office/drawing/2014/main" id="{2F3A094F-7C8F-F68A-7199-CD32FDA5A9C6}"/>
                </a:ext>
              </a:extLst>
            </p:cNvPr>
            <p:cNvGrpSpPr/>
            <p:nvPr/>
          </p:nvGrpSpPr>
          <p:grpSpPr>
            <a:xfrm>
              <a:off x="1295140" y="1512025"/>
              <a:ext cx="1496364" cy="946911"/>
              <a:chOff x="1295140" y="1512025"/>
              <a:chExt cx="1496364" cy="946911"/>
            </a:xfrm>
          </p:grpSpPr>
          <p:grpSp>
            <p:nvGrpSpPr>
              <p:cNvPr id="68" name="Grupa 67">
                <a:extLst>
                  <a:ext uri="{FF2B5EF4-FFF2-40B4-BE49-F238E27FC236}">
                    <a16:creationId xmlns:a16="http://schemas.microsoft.com/office/drawing/2014/main" id="{DE0C1976-F344-D0CD-52A6-B704670038AB}"/>
                  </a:ext>
                </a:extLst>
              </p:cNvPr>
              <p:cNvGrpSpPr/>
              <p:nvPr/>
            </p:nvGrpSpPr>
            <p:grpSpPr>
              <a:xfrm>
                <a:off x="1295140" y="1512025"/>
                <a:ext cx="1496364" cy="946911"/>
                <a:chOff x="1282440" y="1538149"/>
                <a:chExt cx="1496364" cy="946911"/>
              </a:xfrm>
            </p:grpSpPr>
            <p:sp>
              <p:nvSpPr>
                <p:cNvPr id="27" name="Trójkąt równoramienny 26">
                  <a:extLst>
                    <a:ext uri="{FF2B5EF4-FFF2-40B4-BE49-F238E27FC236}">
                      <a16:creationId xmlns:a16="http://schemas.microsoft.com/office/drawing/2014/main" id="{5058C6EF-5348-EC8E-9971-17866DA57D3B}"/>
                    </a:ext>
                  </a:extLst>
                </p:cNvPr>
                <p:cNvSpPr/>
                <p:nvPr/>
              </p:nvSpPr>
              <p:spPr>
                <a:xfrm>
                  <a:off x="1778822" y="1646074"/>
                  <a:ext cx="348792" cy="45719"/>
                </a:xfrm>
                <a:prstGeom prst="triangl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58" name="Grupa 57">
                  <a:extLst>
                    <a:ext uri="{FF2B5EF4-FFF2-40B4-BE49-F238E27FC236}">
                      <a16:creationId xmlns:a16="http://schemas.microsoft.com/office/drawing/2014/main" id="{1074DAB9-5595-1759-832D-8CF29B23B0AA}"/>
                    </a:ext>
                  </a:extLst>
                </p:cNvPr>
                <p:cNvGrpSpPr/>
                <p:nvPr/>
              </p:nvGrpSpPr>
              <p:grpSpPr>
                <a:xfrm>
                  <a:off x="1282440" y="1538149"/>
                  <a:ext cx="1496364" cy="946911"/>
                  <a:chOff x="1282440" y="1538149"/>
                  <a:chExt cx="1496364" cy="946911"/>
                </a:xfrm>
              </p:grpSpPr>
              <p:grpSp>
                <p:nvGrpSpPr>
                  <p:cNvPr id="30" name="Grupa 29">
                    <a:extLst>
                      <a:ext uri="{FF2B5EF4-FFF2-40B4-BE49-F238E27FC236}">
                        <a16:creationId xmlns:a16="http://schemas.microsoft.com/office/drawing/2014/main" id="{9D78D8BA-93DF-CCA0-2F0A-E748FCACF4F9}"/>
                      </a:ext>
                    </a:extLst>
                  </p:cNvPr>
                  <p:cNvGrpSpPr/>
                  <p:nvPr/>
                </p:nvGrpSpPr>
                <p:grpSpPr>
                  <a:xfrm>
                    <a:off x="1282440" y="1538149"/>
                    <a:ext cx="1496364" cy="946911"/>
                    <a:chOff x="1282440" y="1538149"/>
                    <a:chExt cx="1496364" cy="946911"/>
                  </a:xfrm>
                </p:grpSpPr>
                <p:sp>
                  <p:nvSpPr>
                    <p:cNvPr id="17" name="Prostokąt: zaokrąglone rogi 16">
                      <a:extLst>
                        <a:ext uri="{FF2B5EF4-FFF2-40B4-BE49-F238E27FC236}">
                          <a16:creationId xmlns:a16="http://schemas.microsoft.com/office/drawing/2014/main" id="{C7CA3A23-9D10-AAEA-8CE3-A4EF339F1B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79239" y="1646074"/>
                      <a:ext cx="696799" cy="838986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762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l-PL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8" name="Prostokąt: zaokrąglone rogi 17">
                      <a:extLst>
                        <a:ext uri="{FF2B5EF4-FFF2-40B4-BE49-F238E27FC236}">
                          <a16:creationId xmlns:a16="http://schemas.microsoft.com/office/drawing/2014/main" id="{639B8675-26BB-1CFF-8D1C-E278FA9021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2440" y="1646074"/>
                      <a:ext cx="696800" cy="838986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762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l-PL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6" name="Trójkąt równoramienny 25">
                      <a:extLst>
                        <a:ext uri="{FF2B5EF4-FFF2-40B4-BE49-F238E27FC236}">
                          <a16:creationId xmlns:a16="http://schemas.microsoft.com/office/drawing/2014/main" id="{7A6135DC-2424-DFB8-E562-7DDADC250E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488" y="2318994"/>
                      <a:ext cx="593499" cy="166066"/>
                    </a:xfrm>
                    <a:prstGeom prst="triangle">
                      <a:avLst/>
                    </a:prstGeom>
                    <a:solidFill>
                      <a:schemeClr val="bg1"/>
                    </a:solidFill>
                    <a:ln w="762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l-PL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9" name="Schemat blokowy: proces 27">
                      <a:extLst>
                        <a:ext uri="{FF2B5EF4-FFF2-40B4-BE49-F238E27FC236}">
                          <a16:creationId xmlns:a16="http://schemas.microsoft.com/office/drawing/2014/main" id="{9E834905-035D-DE43-C721-9B82C91DADF0}"/>
                        </a:ext>
                      </a:extLst>
                    </p:cNvPr>
                    <p:cNvSpPr/>
                    <p:nvPr/>
                  </p:nvSpPr>
                  <p:spPr>
                    <a:xfrm rot="1027519" flipH="1">
                      <a:off x="1910817" y="1538149"/>
                      <a:ext cx="867987" cy="837686"/>
                    </a:xfrm>
                    <a:custGeom>
                      <a:avLst/>
                      <a:gdLst>
                        <a:gd name="connsiteX0" fmla="*/ 0 w 10000"/>
                        <a:gd name="connsiteY0" fmla="*/ 0 h 10000"/>
                        <a:gd name="connsiteX1" fmla="*/ 10000 w 10000"/>
                        <a:gd name="connsiteY1" fmla="*/ 0 h 10000"/>
                        <a:gd name="connsiteX2" fmla="*/ 10000 w 10000"/>
                        <a:gd name="connsiteY2" fmla="*/ 10000 h 10000"/>
                        <a:gd name="connsiteX3" fmla="*/ 0 w 10000"/>
                        <a:gd name="connsiteY3" fmla="*/ 10000 h 10000"/>
                        <a:gd name="connsiteX4" fmla="*/ 0 w 10000"/>
                        <a:gd name="connsiteY4" fmla="*/ 0 h 10000"/>
                        <a:gd name="connsiteX0" fmla="*/ 0 w 13770"/>
                        <a:gd name="connsiteY0" fmla="*/ 150 h 10150"/>
                        <a:gd name="connsiteX1" fmla="*/ 13770 w 13770"/>
                        <a:gd name="connsiteY1" fmla="*/ 0 h 10150"/>
                        <a:gd name="connsiteX2" fmla="*/ 10000 w 13770"/>
                        <a:gd name="connsiteY2" fmla="*/ 10150 h 10150"/>
                        <a:gd name="connsiteX3" fmla="*/ 0 w 13770"/>
                        <a:gd name="connsiteY3" fmla="*/ 10150 h 10150"/>
                        <a:gd name="connsiteX4" fmla="*/ 0 w 13770"/>
                        <a:gd name="connsiteY4" fmla="*/ 150 h 10150"/>
                        <a:gd name="connsiteX0" fmla="*/ 0 w 13770"/>
                        <a:gd name="connsiteY0" fmla="*/ 150 h 10901"/>
                        <a:gd name="connsiteX1" fmla="*/ 13770 w 13770"/>
                        <a:gd name="connsiteY1" fmla="*/ 0 h 10901"/>
                        <a:gd name="connsiteX2" fmla="*/ 7408 w 13770"/>
                        <a:gd name="connsiteY2" fmla="*/ 10901 h 10901"/>
                        <a:gd name="connsiteX3" fmla="*/ 0 w 13770"/>
                        <a:gd name="connsiteY3" fmla="*/ 10150 h 10901"/>
                        <a:gd name="connsiteX4" fmla="*/ 0 w 13770"/>
                        <a:gd name="connsiteY4" fmla="*/ 150 h 10901"/>
                        <a:gd name="connsiteX0" fmla="*/ 0 w 13770"/>
                        <a:gd name="connsiteY0" fmla="*/ 150 h 10901"/>
                        <a:gd name="connsiteX1" fmla="*/ 13770 w 13770"/>
                        <a:gd name="connsiteY1" fmla="*/ 0 h 10901"/>
                        <a:gd name="connsiteX2" fmla="*/ 7408 w 13770"/>
                        <a:gd name="connsiteY2" fmla="*/ 10901 h 10901"/>
                        <a:gd name="connsiteX3" fmla="*/ 0 w 13770"/>
                        <a:gd name="connsiteY3" fmla="*/ 10150 h 10901"/>
                        <a:gd name="connsiteX4" fmla="*/ 0 w 13770"/>
                        <a:gd name="connsiteY4" fmla="*/ 150 h 10901"/>
                        <a:gd name="connsiteX0" fmla="*/ 0 w 13770"/>
                        <a:gd name="connsiteY0" fmla="*/ 150 h 10901"/>
                        <a:gd name="connsiteX1" fmla="*/ 13770 w 13770"/>
                        <a:gd name="connsiteY1" fmla="*/ 0 h 10901"/>
                        <a:gd name="connsiteX2" fmla="*/ 7408 w 13770"/>
                        <a:gd name="connsiteY2" fmla="*/ 10901 h 10901"/>
                        <a:gd name="connsiteX3" fmla="*/ 0 w 13770"/>
                        <a:gd name="connsiteY3" fmla="*/ 10150 h 10901"/>
                        <a:gd name="connsiteX4" fmla="*/ 0 w 13770"/>
                        <a:gd name="connsiteY4" fmla="*/ 150 h 10901"/>
                        <a:gd name="connsiteX0" fmla="*/ 6362 w 20132"/>
                        <a:gd name="connsiteY0" fmla="*/ 150 h 10901"/>
                        <a:gd name="connsiteX1" fmla="*/ 20132 w 20132"/>
                        <a:gd name="connsiteY1" fmla="*/ 0 h 10901"/>
                        <a:gd name="connsiteX2" fmla="*/ 13770 w 20132"/>
                        <a:gd name="connsiteY2" fmla="*/ 10901 h 10901"/>
                        <a:gd name="connsiteX3" fmla="*/ 0 w 20132"/>
                        <a:gd name="connsiteY3" fmla="*/ 8346 h 10901"/>
                        <a:gd name="connsiteX4" fmla="*/ 6362 w 20132"/>
                        <a:gd name="connsiteY4" fmla="*/ 150 h 10901"/>
                        <a:gd name="connsiteX0" fmla="*/ 3534 w 20132"/>
                        <a:gd name="connsiteY0" fmla="*/ 0 h 11803"/>
                        <a:gd name="connsiteX1" fmla="*/ 20132 w 20132"/>
                        <a:gd name="connsiteY1" fmla="*/ 902 h 11803"/>
                        <a:gd name="connsiteX2" fmla="*/ 13770 w 20132"/>
                        <a:gd name="connsiteY2" fmla="*/ 11803 h 11803"/>
                        <a:gd name="connsiteX3" fmla="*/ 0 w 20132"/>
                        <a:gd name="connsiteY3" fmla="*/ 9248 h 11803"/>
                        <a:gd name="connsiteX4" fmla="*/ 3534 w 20132"/>
                        <a:gd name="connsiteY4" fmla="*/ 0 h 11803"/>
                        <a:gd name="connsiteX0" fmla="*/ 7540 w 24138"/>
                        <a:gd name="connsiteY0" fmla="*/ 0 h 11803"/>
                        <a:gd name="connsiteX1" fmla="*/ 24138 w 24138"/>
                        <a:gd name="connsiteY1" fmla="*/ 902 h 11803"/>
                        <a:gd name="connsiteX2" fmla="*/ 17776 w 24138"/>
                        <a:gd name="connsiteY2" fmla="*/ 11803 h 11803"/>
                        <a:gd name="connsiteX3" fmla="*/ 0 w 24138"/>
                        <a:gd name="connsiteY3" fmla="*/ 8346 h 11803"/>
                        <a:gd name="connsiteX4" fmla="*/ 7540 w 24138"/>
                        <a:gd name="connsiteY4" fmla="*/ 0 h 11803"/>
                        <a:gd name="connsiteX0" fmla="*/ 9189 w 24138"/>
                        <a:gd name="connsiteY0" fmla="*/ 0 h 14208"/>
                        <a:gd name="connsiteX1" fmla="*/ 24138 w 24138"/>
                        <a:gd name="connsiteY1" fmla="*/ 3307 h 14208"/>
                        <a:gd name="connsiteX2" fmla="*/ 17776 w 24138"/>
                        <a:gd name="connsiteY2" fmla="*/ 14208 h 14208"/>
                        <a:gd name="connsiteX3" fmla="*/ 0 w 24138"/>
                        <a:gd name="connsiteY3" fmla="*/ 10751 h 14208"/>
                        <a:gd name="connsiteX4" fmla="*/ 9189 w 24138"/>
                        <a:gd name="connsiteY4" fmla="*/ 0 h 14208"/>
                        <a:gd name="connsiteX0" fmla="*/ 4241 w 19190"/>
                        <a:gd name="connsiteY0" fmla="*/ 0 h 14208"/>
                        <a:gd name="connsiteX1" fmla="*/ 19190 w 19190"/>
                        <a:gd name="connsiteY1" fmla="*/ 3307 h 14208"/>
                        <a:gd name="connsiteX2" fmla="*/ 12828 w 19190"/>
                        <a:gd name="connsiteY2" fmla="*/ 14208 h 14208"/>
                        <a:gd name="connsiteX3" fmla="*/ 0 w 19190"/>
                        <a:gd name="connsiteY3" fmla="*/ 7294 h 14208"/>
                        <a:gd name="connsiteX4" fmla="*/ 4241 w 19190"/>
                        <a:gd name="connsiteY4" fmla="*/ 0 h 14208"/>
                        <a:gd name="connsiteX0" fmla="*/ 4241 w 19190"/>
                        <a:gd name="connsiteY0" fmla="*/ 0 h 14208"/>
                        <a:gd name="connsiteX1" fmla="*/ 19190 w 19190"/>
                        <a:gd name="connsiteY1" fmla="*/ 3307 h 14208"/>
                        <a:gd name="connsiteX2" fmla="*/ 13771 w 19190"/>
                        <a:gd name="connsiteY2" fmla="*/ 14208 h 14208"/>
                        <a:gd name="connsiteX3" fmla="*/ 0 w 19190"/>
                        <a:gd name="connsiteY3" fmla="*/ 7294 h 14208"/>
                        <a:gd name="connsiteX4" fmla="*/ 4241 w 19190"/>
                        <a:gd name="connsiteY4" fmla="*/ 0 h 14208"/>
                        <a:gd name="connsiteX0" fmla="*/ 4241 w 19190"/>
                        <a:gd name="connsiteY0" fmla="*/ 0 h 14208"/>
                        <a:gd name="connsiteX1" fmla="*/ 19190 w 19190"/>
                        <a:gd name="connsiteY1" fmla="*/ 3307 h 14208"/>
                        <a:gd name="connsiteX2" fmla="*/ 13771 w 19190"/>
                        <a:gd name="connsiteY2" fmla="*/ 14208 h 14208"/>
                        <a:gd name="connsiteX3" fmla="*/ 0 w 19190"/>
                        <a:gd name="connsiteY3" fmla="*/ 7294 h 14208"/>
                        <a:gd name="connsiteX4" fmla="*/ 4241 w 19190"/>
                        <a:gd name="connsiteY4" fmla="*/ 0 h 14208"/>
                        <a:gd name="connsiteX0" fmla="*/ 3770 w 18719"/>
                        <a:gd name="connsiteY0" fmla="*/ 0 h 14208"/>
                        <a:gd name="connsiteX1" fmla="*/ 18719 w 18719"/>
                        <a:gd name="connsiteY1" fmla="*/ 3307 h 14208"/>
                        <a:gd name="connsiteX2" fmla="*/ 13300 w 18719"/>
                        <a:gd name="connsiteY2" fmla="*/ 14208 h 14208"/>
                        <a:gd name="connsiteX3" fmla="*/ 0 w 18719"/>
                        <a:gd name="connsiteY3" fmla="*/ 10150 h 14208"/>
                        <a:gd name="connsiteX4" fmla="*/ 3770 w 18719"/>
                        <a:gd name="connsiteY4" fmla="*/ 0 h 14208"/>
                        <a:gd name="connsiteX0" fmla="*/ 3770 w 18719"/>
                        <a:gd name="connsiteY0" fmla="*/ 0 h 13907"/>
                        <a:gd name="connsiteX1" fmla="*/ 18719 w 18719"/>
                        <a:gd name="connsiteY1" fmla="*/ 3307 h 13907"/>
                        <a:gd name="connsiteX2" fmla="*/ 13771 w 18719"/>
                        <a:gd name="connsiteY2" fmla="*/ 13907 h 13907"/>
                        <a:gd name="connsiteX3" fmla="*/ 0 w 18719"/>
                        <a:gd name="connsiteY3" fmla="*/ 10150 h 13907"/>
                        <a:gd name="connsiteX4" fmla="*/ 3770 w 18719"/>
                        <a:gd name="connsiteY4" fmla="*/ 0 h 13907"/>
                        <a:gd name="connsiteX0" fmla="*/ 3770 w 18719"/>
                        <a:gd name="connsiteY0" fmla="*/ 0 h 13907"/>
                        <a:gd name="connsiteX1" fmla="*/ 18719 w 18719"/>
                        <a:gd name="connsiteY1" fmla="*/ 3307 h 13907"/>
                        <a:gd name="connsiteX2" fmla="*/ 13771 w 18719"/>
                        <a:gd name="connsiteY2" fmla="*/ 13907 h 13907"/>
                        <a:gd name="connsiteX3" fmla="*/ 0 w 18719"/>
                        <a:gd name="connsiteY3" fmla="*/ 10150 h 13907"/>
                        <a:gd name="connsiteX4" fmla="*/ 3770 w 18719"/>
                        <a:gd name="connsiteY4" fmla="*/ 0 h 13907"/>
                        <a:gd name="connsiteX0" fmla="*/ 1414 w 16363"/>
                        <a:gd name="connsiteY0" fmla="*/ 0 h 13907"/>
                        <a:gd name="connsiteX1" fmla="*/ 16363 w 16363"/>
                        <a:gd name="connsiteY1" fmla="*/ 3307 h 13907"/>
                        <a:gd name="connsiteX2" fmla="*/ 11415 w 16363"/>
                        <a:gd name="connsiteY2" fmla="*/ 13907 h 13907"/>
                        <a:gd name="connsiteX3" fmla="*/ 0 w 16363"/>
                        <a:gd name="connsiteY3" fmla="*/ 10451 h 13907"/>
                        <a:gd name="connsiteX4" fmla="*/ 1414 w 16363"/>
                        <a:gd name="connsiteY4" fmla="*/ 0 h 13907"/>
                        <a:gd name="connsiteX0" fmla="*/ 1414 w 16363"/>
                        <a:gd name="connsiteY0" fmla="*/ 0 h 13907"/>
                        <a:gd name="connsiteX1" fmla="*/ 16363 w 16363"/>
                        <a:gd name="connsiteY1" fmla="*/ 3307 h 13907"/>
                        <a:gd name="connsiteX2" fmla="*/ 12829 w 16363"/>
                        <a:gd name="connsiteY2" fmla="*/ 13907 h 13907"/>
                        <a:gd name="connsiteX3" fmla="*/ 0 w 16363"/>
                        <a:gd name="connsiteY3" fmla="*/ 10451 h 13907"/>
                        <a:gd name="connsiteX4" fmla="*/ 1414 w 16363"/>
                        <a:gd name="connsiteY4" fmla="*/ 0 h 13907"/>
                        <a:gd name="connsiteX0" fmla="*/ 1414 w 16363"/>
                        <a:gd name="connsiteY0" fmla="*/ 0 h 13907"/>
                        <a:gd name="connsiteX1" fmla="*/ 16363 w 16363"/>
                        <a:gd name="connsiteY1" fmla="*/ 3307 h 13907"/>
                        <a:gd name="connsiteX2" fmla="*/ 12829 w 16363"/>
                        <a:gd name="connsiteY2" fmla="*/ 13907 h 13907"/>
                        <a:gd name="connsiteX3" fmla="*/ 0 w 16363"/>
                        <a:gd name="connsiteY3" fmla="*/ 10451 h 13907"/>
                        <a:gd name="connsiteX4" fmla="*/ 1414 w 16363"/>
                        <a:gd name="connsiteY4" fmla="*/ 0 h 13907"/>
                        <a:gd name="connsiteX0" fmla="*/ 1414 w 18632"/>
                        <a:gd name="connsiteY0" fmla="*/ 0 h 13907"/>
                        <a:gd name="connsiteX1" fmla="*/ 18632 w 18632"/>
                        <a:gd name="connsiteY1" fmla="*/ 4225 h 13907"/>
                        <a:gd name="connsiteX2" fmla="*/ 12829 w 18632"/>
                        <a:gd name="connsiteY2" fmla="*/ 13907 h 13907"/>
                        <a:gd name="connsiteX3" fmla="*/ 0 w 18632"/>
                        <a:gd name="connsiteY3" fmla="*/ 10451 h 13907"/>
                        <a:gd name="connsiteX4" fmla="*/ 1414 w 18632"/>
                        <a:gd name="connsiteY4" fmla="*/ 0 h 13907"/>
                        <a:gd name="connsiteX0" fmla="*/ 3164 w 18632"/>
                        <a:gd name="connsiteY0" fmla="*/ 0 h 14978"/>
                        <a:gd name="connsiteX1" fmla="*/ 18632 w 18632"/>
                        <a:gd name="connsiteY1" fmla="*/ 5296 h 14978"/>
                        <a:gd name="connsiteX2" fmla="*/ 12829 w 18632"/>
                        <a:gd name="connsiteY2" fmla="*/ 14978 h 14978"/>
                        <a:gd name="connsiteX3" fmla="*/ 0 w 18632"/>
                        <a:gd name="connsiteY3" fmla="*/ 11522 h 14978"/>
                        <a:gd name="connsiteX4" fmla="*/ 3164 w 18632"/>
                        <a:gd name="connsiteY4" fmla="*/ 0 h 14978"/>
                        <a:gd name="connsiteX0" fmla="*/ 6229 w 21697"/>
                        <a:gd name="connsiteY0" fmla="*/ 0 h 14978"/>
                        <a:gd name="connsiteX1" fmla="*/ 21697 w 21697"/>
                        <a:gd name="connsiteY1" fmla="*/ 5296 h 14978"/>
                        <a:gd name="connsiteX2" fmla="*/ 15894 w 21697"/>
                        <a:gd name="connsiteY2" fmla="*/ 14978 h 14978"/>
                        <a:gd name="connsiteX3" fmla="*/ 0 w 21697"/>
                        <a:gd name="connsiteY3" fmla="*/ 9190 h 14978"/>
                        <a:gd name="connsiteX4" fmla="*/ 6229 w 21697"/>
                        <a:gd name="connsiteY4" fmla="*/ 0 h 149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1697" h="14978">
                          <a:moveTo>
                            <a:pt x="6229" y="0"/>
                          </a:moveTo>
                          <a:lnTo>
                            <a:pt x="21697" y="5296"/>
                          </a:lnTo>
                          <a:cubicBezTo>
                            <a:pt x="19576" y="8930"/>
                            <a:pt x="18251" y="12998"/>
                            <a:pt x="15894" y="14978"/>
                          </a:cubicBezTo>
                          <a:lnTo>
                            <a:pt x="0" y="9190"/>
                          </a:lnTo>
                          <a:lnTo>
                            <a:pt x="6229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762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l-PL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" name="Schemat blokowy: proces 27">
                      <a:extLst>
                        <a:ext uri="{FF2B5EF4-FFF2-40B4-BE49-F238E27FC236}">
                          <a16:creationId xmlns:a16="http://schemas.microsoft.com/office/drawing/2014/main" id="{D2527D6B-E676-3794-786D-BF2B9CCCDDB7}"/>
                        </a:ext>
                      </a:extLst>
                    </p:cNvPr>
                    <p:cNvSpPr/>
                    <p:nvPr/>
                  </p:nvSpPr>
                  <p:spPr>
                    <a:xfrm rot="21255099">
                      <a:off x="1376306" y="1582418"/>
                      <a:ext cx="654602" cy="777201"/>
                    </a:xfrm>
                    <a:custGeom>
                      <a:avLst/>
                      <a:gdLst>
                        <a:gd name="connsiteX0" fmla="*/ 0 w 10000"/>
                        <a:gd name="connsiteY0" fmla="*/ 0 h 10000"/>
                        <a:gd name="connsiteX1" fmla="*/ 10000 w 10000"/>
                        <a:gd name="connsiteY1" fmla="*/ 0 h 10000"/>
                        <a:gd name="connsiteX2" fmla="*/ 10000 w 10000"/>
                        <a:gd name="connsiteY2" fmla="*/ 10000 h 10000"/>
                        <a:gd name="connsiteX3" fmla="*/ 0 w 10000"/>
                        <a:gd name="connsiteY3" fmla="*/ 10000 h 10000"/>
                        <a:gd name="connsiteX4" fmla="*/ 0 w 10000"/>
                        <a:gd name="connsiteY4" fmla="*/ 0 h 10000"/>
                        <a:gd name="connsiteX0" fmla="*/ 0 w 13770"/>
                        <a:gd name="connsiteY0" fmla="*/ 150 h 10150"/>
                        <a:gd name="connsiteX1" fmla="*/ 13770 w 13770"/>
                        <a:gd name="connsiteY1" fmla="*/ 0 h 10150"/>
                        <a:gd name="connsiteX2" fmla="*/ 10000 w 13770"/>
                        <a:gd name="connsiteY2" fmla="*/ 10150 h 10150"/>
                        <a:gd name="connsiteX3" fmla="*/ 0 w 13770"/>
                        <a:gd name="connsiteY3" fmla="*/ 10150 h 10150"/>
                        <a:gd name="connsiteX4" fmla="*/ 0 w 13770"/>
                        <a:gd name="connsiteY4" fmla="*/ 150 h 10150"/>
                        <a:gd name="connsiteX0" fmla="*/ 0 w 13770"/>
                        <a:gd name="connsiteY0" fmla="*/ 150 h 10901"/>
                        <a:gd name="connsiteX1" fmla="*/ 13770 w 13770"/>
                        <a:gd name="connsiteY1" fmla="*/ 0 h 10901"/>
                        <a:gd name="connsiteX2" fmla="*/ 7408 w 13770"/>
                        <a:gd name="connsiteY2" fmla="*/ 10901 h 10901"/>
                        <a:gd name="connsiteX3" fmla="*/ 0 w 13770"/>
                        <a:gd name="connsiteY3" fmla="*/ 10150 h 10901"/>
                        <a:gd name="connsiteX4" fmla="*/ 0 w 13770"/>
                        <a:gd name="connsiteY4" fmla="*/ 150 h 10901"/>
                        <a:gd name="connsiteX0" fmla="*/ 0 w 13770"/>
                        <a:gd name="connsiteY0" fmla="*/ 150 h 10901"/>
                        <a:gd name="connsiteX1" fmla="*/ 13770 w 13770"/>
                        <a:gd name="connsiteY1" fmla="*/ 0 h 10901"/>
                        <a:gd name="connsiteX2" fmla="*/ 7408 w 13770"/>
                        <a:gd name="connsiteY2" fmla="*/ 10901 h 10901"/>
                        <a:gd name="connsiteX3" fmla="*/ 0 w 13770"/>
                        <a:gd name="connsiteY3" fmla="*/ 10150 h 10901"/>
                        <a:gd name="connsiteX4" fmla="*/ 0 w 13770"/>
                        <a:gd name="connsiteY4" fmla="*/ 150 h 10901"/>
                        <a:gd name="connsiteX0" fmla="*/ 0 w 13770"/>
                        <a:gd name="connsiteY0" fmla="*/ 150 h 10901"/>
                        <a:gd name="connsiteX1" fmla="*/ 13770 w 13770"/>
                        <a:gd name="connsiteY1" fmla="*/ 0 h 10901"/>
                        <a:gd name="connsiteX2" fmla="*/ 7408 w 13770"/>
                        <a:gd name="connsiteY2" fmla="*/ 10901 h 10901"/>
                        <a:gd name="connsiteX3" fmla="*/ 0 w 13770"/>
                        <a:gd name="connsiteY3" fmla="*/ 10150 h 10901"/>
                        <a:gd name="connsiteX4" fmla="*/ 0 w 13770"/>
                        <a:gd name="connsiteY4" fmla="*/ 150 h 10901"/>
                        <a:gd name="connsiteX0" fmla="*/ 6362 w 20132"/>
                        <a:gd name="connsiteY0" fmla="*/ 150 h 10901"/>
                        <a:gd name="connsiteX1" fmla="*/ 20132 w 20132"/>
                        <a:gd name="connsiteY1" fmla="*/ 0 h 10901"/>
                        <a:gd name="connsiteX2" fmla="*/ 13770 w 20132"/>
                        <a:gd name="connsiteY2" fmla="*/ 10901 h 10901"/>
                        <a:gd name="connsiteX3" fmla="*/ 0 w 20132"/>
                        <a:gd name="connsiteY3" fmla="*/ 8346 h 10901"/>
                        <a:gd name="connsiteX4" fmla="*/ 6362 w 20132"/>
                        <a:gd name="connsiteY4" fmla="*/ 150 h 10901"/>
                        <a:gd name="connsiteX0" fmla="*/ 3534 w 20132"/>
                        <a:gd name="connsiteY0" fmla="*/ 0 h 11803"/>
                        <a:gd name="connsiteX1" fmla="*/ 20132 w 20132"/>
                        <a:gd name="connsiteY1" fmla="*/ 902 h 11803"/>
                        <a:gd name="connsiteX2" fmla="*/ 13770 w 20132"/>
                        <a:gd name="connsiteY2" fmla="*/ 11803 h 11803"/>
                        <a:gd name="connsiteX3" fmla="*/ 0 w 20132"/>
                        <a:gd name="connsiteY3" fmla="*/ 9248 h 11803"/>
                        <a:gd name="connsiteX4" fmla="*/ 3534 w 20132"/>
                        <a:gd name="connsiteY4" fmla="*/ 0 h 11803"/>
                        <a:gd name="connsiteX0" fmla="*/ 7540 w 24138"/>
                        <a:gd name="connsiteY0" fmla="*/ 0 h 11803"/>
                        <a:gd name="connsiteX1" fmla="*/ 24138 w 24138"/>
                        <a:gd name="connsiteY1" fmla="*/ 902 h 11803"/>
                        <a:gd name="connsiteX2" fmla="*/ 17776 w 24138"/>
                        <a:gd name="connsiteY2" fmla="*/ 11803 h 11803"/>
                        <a:gd name="connsiteX3" fmla="*/ 0 w 24138"/>
                        <a:gd name="connsiteY3" fmla="*/ 8346 h 11803"/>
                        <a:gd name="connsiteX4" fmla="*/ 7540 w 24138"/>
                        <a:gd name="connsiteY4" fmla="*/ 0 h 11803"/>
                        <a:gd name="connsiteX0" fmla="*/ 9189 w 24138"/>
                        <a:gd name="connsiteY0" fmla="*/ 0 h 14208"/>
                        <a:gd name="connsiteX1" fmla="*/ 24138 w 24138"/>
                        <a:gd name="connsiteY1" fmla="*/ 3307 h 14208"/>
                        <a:gd name="connsiteX2" fmla="*/ 17776 w 24138"/>
                        <a:gd name="connsiteY2" fmla="*/ 14208 h 14208"/>
                        <a:gd name="connsiteX3" fmla="*/ 0 w 24138"/>
                        <a:gd name="connsiteY3" fmla="*/ 10751 h 14208"/>
                        <a:gd name="connsiteX4" fmla="*/ 9189 w 24138"/>
                        <a:gd name="connsiteY4" fmla="*/ 0 h 14208"/>
                        <a:gd name="connsiteX0" fmla="*/ 4241 w 19190"/>
                        <a:gd name="connsiteY0" fmla="*/ 0 h 14208"/>
                        <a:gd name="connsiteX1" fmla="*/ 19190 w 19190"/>
                        <a:gd name="connsiteY1" fmla="*/ 3307 h 14208"/>
                        <a:gd name="connsiteX2" fmla="*/ 12828 w 19190"/>
                        <a:gd name="connsiteY2" fmla="*/ 14208 h 14208"/>
                        <a:gd name="connsiteX3" fmla="*/ 0 w 19190"/>
                        <a:gd name="connsiteY3" fmla="*/ 7294 h 14208"/>
                        <a:gd name="connsiteX4" fmla="*/ 4241 w 19190"/>
                        <a:gd name="connsiteY4" fmla="*/ 0 h 14208"/>
                        <a:gd name="connsiteX0" fmla="*/ 4241 w 19190"/>
                        <a:gd name="connsiteY0" fmla="*/ 0 h 14208"/>
                        <a:gd name="connsiteX1" fmla="*/ 19190 w 19190"/>
                        <a:gd name="connsiteY1" fmla="*/ 3307 h 14208"/>
                        <a:gd name="connsiteX2" fmla="*/ 13771 w 19190"/>
                        <a:gd name="connsiteY2" fmla="*/ 14208 h 14208"/>
                        <a:gd name="connsiteX3" fmla="*/ 0 w 19190"/>
                        <a:gd name="connsiteY3" fmla="*/ 7294 h 14208"/>
                        <a:gd name="connsiteX4" fmla="*/ 4241 w 19190"/>
                        <a:gd name="connsiteY4" fmla="*/ 0 h 14208"/>
                        <a:gd name="connsiteX0" fmla="*/ 4241 w 19190"/>
                        <a:gd name="connsiteY0" fmla="*/ 0 h 14208"/>
                        <a:gd name="connsiteX1" fmla="*/ 19190 w 19190"/>
                        <a:gd name="connsiteY1" fmla="*/ 3307 h 14208"/>
                        <a:gd name="connsiteX2" fmla="*/ 13771 w 19190"/>
                        <a:gd name="connsiteY2" fmla="*/ 14208 h 14208"/>
                        <a:gd name="connsiteX3" fmla="*/ 0 w 19190"/>
                        <a:gd name="connsiteY3" fmla="*/ 7294 h 14208"/>
                        <a:gd name="connsiteX4" fmla="*/ 4241 w 19190"/>
                        <a:gd name="connsiteY4" fmla="*/ 0 h 14208"/>
                        <a:gd name="connsiteX0" fmla="*/ 3770 w 18719"/>
                        <a:gd name="connsiteY0" fmla="*/ 0 h 14208"/>
                        <a:gd name="connsiteX1" fmla="*/ 18719 w 18719"/>
                        <a:gd name="connsiteY1" fmla="*/ 3307 h 14208"/>
                        <a:gd name="connsiteX2" fmla="*/ 13300 w 18719"/>
                        <a:gd name="connsiteY2" fmla="*/ 14208 h 14208"/>
                        <a:gd name="connsiteX3" fmla="*/ 0 w 18719"/>
                        <a:gd name="connsiteY3" fmla="*/ 10150 h 14208"/>
                        <a:gd name="connsiteX4" fmla="*/ 3770 w 18719"/>
                        <a:gd name="connsiteY4" fmla="*/ 0 h 14208"/>
                        <a:gd name="connsiteX0" fmla="*/ 3770 w 18719"/>
                        <a:gd name="connsiteY0" fmla="*/ 0 h 13907"/>
                        <a:gd name="connsiteX1" fmla="*/ 18719 w 18719"/>
                        <a:gd name="connsiteY1" fmla="*/ 3307 h 13907"/>
                        <a:gd name="connsiteX2" fmla="*/ 13771 w 18719"/>
                        <a:gd name="connsiteY2" fmla="*/ 13907 h 13907"/>
                        <a:gd name="connsiteX3" fmla="*/ 0 w 18719"/>
                        <a:gd name="connsiteY3" fmla="*/ 10150 h 13907"/>
                        <a:gd name="connsiteX4" fmla="*/ 3770 w 18719"/>
                        <a:gd name="connsiteY4" fmla="*/ 0 h 13907"/>
                        <a:gd name="connsiteX0" fmla="*/ 3770 w 18719"/>
                        <a:gd name="connsiteY0" fmla="*/ 0 h 13907"/>
                        <a:gd name="connsiteX1" fmla="*/ 18719 w 18719"/>
                        <a:gd name="connsiteY1" fmla="*/ 3307 h 13907"/>
                        <a:gd name="connsiteX2" fmla="*/ 13771 w 18719"/>
                        <a:gd name="connsiteY2" fmla="*/ 13907 h 13907"/>
                        <a:gd name="connsiteX3" fmla="*/ 0 w 18719"/>
                        <a:gd name="connsiteY3" fmla="*/ 10150 h 13907"/>
                        <a:gd name="connsiteX4" fmla="*/ 3770 w 18719"/>
                        <a:gd name="connsiteY4" fmla="*/ 0 h 13907"/>
                        <a:gd name="connsiteX0" fmla="*/ 1414 w 16363"/>
                        <a:gd name="connsiteY0" fmla="*/ 0 h 13907"/>
                        <a:gd name="connsiteX1" fmla="*/ 16363 w 16363"/>
                        <a:gd name="connsiteY1" fmla="*/ 3307 h 13907"/>
                        <a:gd name="connsiteX2" fmla="*/ 11415 w 16363"/>
                        <a:gd name="connsiteY2" fmla="*/ 13907 h 13907"/>
                        <a:gd name="connsiteX3" fmla="*/ 0 w 16363"/>
                        <a:gd name="connsiteY3" fmla="*/ 10451 h 13907"/>
                        <a:gd name="connsiteX4" fmla="*/ 1414 w 16363"/>
                        <a:gd name="connsiteY4" fmla="*/ 0 h 13907"/>
                        <a:gd name="connsiteX0" fmla="*/ 1414 w 16363"/>
                        <a:gd name="connsiteY0" fmla="*/ 0 h 13907"/>
                        <a:gd name="connsiteX1" fmla="*/ 16363 w 16363"/>
                        <a:gd name="connsiteY1" fmla="*/ 3307 h 13907"/>
                        <a:gd name="connsiteX2" fmla="*/ 12829 w 16363"/>
                        <a:gd name="connsiteY2" fmla="*/ 13907 h 13907"/>
                        <a:gd name="connsiteX3" fmla="*/ 0 w 16363"/>
                        <a:gd name="connsiteY3" fmla="*/ 10451 h 13907"/>
                        <a:gd name="connsiteX4" fmla="*/ 1414 w 16363"/>
                        <a:gd name="connsiteY4" fmla="*/ 0 h 13907"/>
                        <a:gd name="connsiteX0" fmla="*/ 1414 w 16363"/>
                        <a:gd name="connsiteY0" fmla="*/ 0 h 13907"/>
                        <a:gd name="connsiteX1" fmla="*/ 16363 w 16363"/>
                        <a:gd name="connsiteY1" fmla="*/ 3307 h 13907"/>
                        <a:gd name="connsiteX2" fmla="*/ 12829 w 16363"/>
                        <a:gd name="connsiteY2" fmla="*/ 13907 h 13907"/>
                        <a:gd name="connsiteX3" fmla="*/ 0 w 16363"/>
                        <a:gd name="connsiteY3" fmla="*/ 10451 h 13907"/>
                        <a:gd name="connsiteX4" fmla="*/ 1414 w 16363"/>
                        <a:gd name="connsiteY4" fmla="*/ 0 h 1390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6363" h="13907">
                          <a:moveTo>
                            <a:pt x="1414" y="0"/>
                          </a:moveTo>
                          <a:lnTo>
                            <a:pt x="16363" y="3307"/>
                          </a:lnTo>
                          <a:cubicBezTo>
                            <a:pt x="14242" y="6941"/>
                            <a:pt x="15186" y="11927"/>
                            <a:pt x="12829" y="13907"/>
                          </a:cubicBezTo>
                          <a:lnTo>
                            <a:pt x="0" y="10451"/>
                          </a:lnTo>
                          <a:lnTo>
                            <a:pt x="1414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762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l-PL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cxnSp>
                <p:nvCxnSpPr>
                  <p:cNvPr id="32" name="Łącznik prosty 31">
                    <a:extLst>
                      <a:ext uri="{FF2B5EF4-FFF2-40B4-BE49-F238E27FC236}">
                        <a16:creationId xmlns:a16="http://schemas.microsoft.com/office/drawing/2014/main" id="{A05A67E0-D929-B73E-3238-8C8E405495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6894" y="1777794"/>
                    <a:ext cx="400526" cy="69597"/>
                  </a:xfrm>
                  <a:prstGeom prst="line">
                    <a:avLst/>
                  </a:prstGeom>
                  <a:ln w="317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69" name="Łącznik prosty 68">
                <a:extLst>
                  <a:ext uri="{FF2B5EF4-FFF2-40B4-BE49-F238E27FC236}">
                    <a16:creationId xmlns:a16="http://schemas.microsoft.com/office/drawing/2014/main" id="{9D45BA23-DCB5-2741-14E8-417B8C74C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3892" y="1876015"/>
                <a:ext cx="423567" cy="6821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Łącznik prosty 69">
                <a:extLst>
                  <a:ext uri="{FF2B5EF4-FFF2-40B4-BE49-F238E27FC236}">
                    <a16:creationId xmlns:a16="http://schemas.microsoft.com/office/drawing/2014/main" id="{25082BD9-6FCE-9736-28BF-0C1F9F330E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1004" y="1994155"/>
                <a:ext cx="413654" cy="69745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Łącznik prosty 70">
                <a:extLst>
                  <a:ext uri="{FF2B5EF4-FFF2-40B4-BE49-F238E27FC236}">
                    <a16:creationId xmlns:a16="http://schemas.microsoft.com/office/drawing/2014/main" id="{7589484E-5440-0343-A3B5-AD80679AFC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50745" y="1748790"/>
                <a:ext cx="371751" cy="70808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Łącznik prosty 72">
                <a:extLst>
                  <a:ext uri="{FF2B5EF4-FFF2-40B4-BE49-F238E27FC236}">
                    <a16:creationId xmlns:a16="http://schemas.microsoft.com/office/drawing/2014/main" id="{49FDE656-8312-009B-0069-724BA3636C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80465" y="1857438"/>
                <a:ext cx="368116" cy="64824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Łącznik prosty 73">
                <a:extLst>
                  <a:ext uri="{FF2B5EF4-FFF2-40B4-BE49-F238E27FC236}">
                    <a16:creationId xmlns:a16="http://schemas.microsoft.com/office/drawing/2014/main" id="{01929EA6-5081-1587-2E7A-E87C21BBFC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73157" y="1966199"/>
                <a:ext cx="402191" cy="70078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a 96">
              <a:extLst>
                <a:ext uri="{FF2B5EF4-FFF2-40B4-BE49-F238E27FC236}">
                  <a16:creationId xmlns:a16="http://schemas.microsoft.com/office/drawing/2014/main" id="{B420C549-8740-78BB-15C9-081AC1F75806}"/>
                </a:ext>
              </a:extLst>
            </p:cNvPr>
            <p:cNvGrpSpPr/>
            <p:nvPr/>
          </p:nvGrpSpPr>
          <p:grpSpPr>
            <a:xfrm>
              <a:off x="1333735" y="1665669"/>
              <a:ext cx="1318273" cy="748081"/>
              <a:chOff x="1333735" y="1665669"/>
              <a:chExt cx="1318273" cy="748081"/>
            </a:xfrm>
          </p:grpSpPr>
          <p:sp>
            <p:nvSpPr>
              <p:cNvPr id="94" name="Prostokąt: zaokrąglone rogi 93">
                <a:extLst>
                  <a:ext uri="{FF2B5EF4-FFF2-40B4-BE49-F238E27FC236}">
                    <a16:creationId xmlns:a16="http://schemas.microsoft.com/office/drawing/2014/main" id="{73ECBC81-66B0-FFDF-8B8C-58BDF6ABFD1C}"/>
                  </a:ext>
                </a:extLst>
              </p:cNvPr>
              <p:cNvSpPr/>
              <p:nvPr/>
            </p:nvSpPr>
            <p:spPr>
              <a:xfrm>
                <a:off x="1333735" y="1665669"/>
                <a:ext cx="247382" cy="748081"/>
              </a:xfrm>
              <a:custGeom>
                <a:avLst/>
                <a:gdLst>
                  <a:gd name="connsiteX0" fmla="*/ 0 w 106813"/>
                  <a:gd name="connsiteY0" fmla="*/ 17803 h 711727"/>
                  <a:gd name="connsiteX1" fmla="*/ 17803 w 106813"/>
                  <a:gd name="connsiteY1" fmla="*/ 0 h 711727"/>
                  <a:gd name="connsiteX2" fmla="*/ 89010 w 106813"/>
                  <a:gd name="connsiteY2" fmla="*/ 0 h 711727"/>
                  <a:gd name="connsiteX3" fmla="*/ 106813 w 106813"/>
                  <a:gd name="connsiteY3" fmla="*/ 17803 h 711727"/>
                  <a:gd name="connsiteX4" fmla="*/ 106813 w 106813"/>
                  <a:gd name="connsiteY4" fmla="*/ 693924 h 711727"/>
                  <a:gd name="connsiteX5" fmla="*/ 89010 w 106813"/>
                  <a:gd name="connsiteY5" fmla="*/ 711727 h 711727"/>
                  <a:gd name="connsiteX6" fmla="*/ 17803 w 106813"/>
                  <a:gd name="connsiteY6" fmla="*/ 711727 h 711727"/>
                  <a:gd name="connsiteX7" fmla="*/ 0 w 106813"/>
                  <a:gd name="connsiteY7" fmla="*/ 693924 h 711727"/>
                  <a:gd name="connsiteX8" fmla="*/ 0 w 106813"/>
                  <a:gd name="connsiteY8" fmla="*/ 17803 h 711727"/>
                  <a:gd name="connsiteX0" fmla="*/ 0 w 361420"/>
                  <a:gd name="connsiteY0" fmla="*/ 17803 h 728056"/>
                  <a:gd name="connsiteX1" fmla="*/ 17803 w 361420"/>
                  <a:gd name="connsiteY1" fmla="*/ 0 h 728056"/>
                  <a:gd name="connsiteX2" fmla="*/ 89010 w 361420"/>
                  <a:gd name="connsiteY2" fmla="*/ 0 h 728056"/>
                  <a:gd name="connsiteX3" fmla="*/ 106813 w 361420"/>
                  <a:gd name="connsiteY3" fmla="*/ 17803 h 728056"/>
                  <a:gd name="connsiteX4" fmla="*/ 106813 w 361420"/>
                  <a:gd name="connsiteY4" fmla="*/ 693924 h 728056"/>
                  <a:gd name="connsiteX5" fmla="*/ 361153 w 361420"/>
                  <a:gd name="connsiteY5" fmla="*/ 728056 h 728056"/>
                  <a:gd name="connsiteX6" fmla="*/ 17803 w 361420"/>
                  <a:gd name="connsiteY6" fmla="*/ 711727 h 728056"/>
                  <a:gd name="connsiteX7" fmla="*/ 0 w 361420"/>
                  <a:gd name="connsiteY7" fmla="*/ 693924 h 728056"/>
                  <a:gd name="connsiteX8" fmla="*/ 0 w 361420"/>
                  <a:gd name="connsiteY8" fmla="*/ 17803 h 728056"/>
                  <a:gd name="connsiteX0" fmla="*/ 0 w 513724"/>
                  <a:gd name="connsiteY0" fmla="*/ 17803 h 711727"/>
                  <a:gd name="connsiteX1" fmla="*/ 17803 w 513724"/>
                  <a:gd name="connsiteY1" fmla="*/ 0 h 711727"/>
                  <a:gd name="connsiteX2" fmla="*/ 89010 w 513724"/>
                  <a:gd name="connsiteY2" fmla="*/ 0 h 711727"/>
                  <a:gd name="connsiteX3" fmla="*/ 106813 w 513724"/>
                  <a:gd name="connsiteY3" fmla="*/ 17803 h 711727"/>
                  <a:gd name="connsiteX4" fmla="*/ 106813 w 513724"/>
                  <a:gd name="connsiteY4" fmla="*/ 693924 h 711727"/>
                  <a:gd name="connsiteX5" fmla="*/ 513553 w 513724"/>
                  <a:gd name="connsiteY5" fmla="*/ 662741 h 711727"/>
                  <a:gd name="connsiteX6" fmla="*/ 17803 w 513724"/>
                  <a:gd name="connsiteY6" fmla="*/ 711727 h 711727"/>
                  <a:gd name="connsiteX7" fmla="*/ 0 w 513724"/>
                  <a:gd name="connsiteY7" fmla="*/ 693924 h 711727"/>
                  <a:gd name="connsiteX8" fmla="*/ 0 w 513724"/>
                  <a:gd name="connsiteY8" fmla="*/ 17803 h 711727"/>
                  <a:gd name="connsiteX0" fmla="*/ 0 w 421244"/>
                  <a:gd name="connsiteY0" fmla="*/ 17803 h 733499"/>
                  <a:gd name="connsiteX1" fmla="*/ 17803 w 421244"/>
                  <a:gd name="connsiteY1" fmla="*/ 0 h 733499"/>
                  <a:gd name="connsiteX2" fmla="*/ 89010 w 421244"/>
                  <a:gd name="connsiteY2" fmla="*/ 0 h 733499"/>
                  <a:gd name="connsiteX3" fmla="*/ 106813 w 421244"/>
                  <a:gd name="connsiteY3" fmla="*/ 17803 h 733499"/>
                  <a:gd name="connsiteX4" fmla="*/ 106813 w 421244"/>
                  <a:gd name="connsiteY4" fmla="*/ 693924 h 733499"/>
                  <a:gd name="connsiteX5" fmla="*/ 421025 w 421244"/>
                  <a:gd name="connsiteY5" fmla="*/ 733499 h 733499"/>
                  <a:gd name="connsiteX6" fmla="*/ 17803 w 421244"/>
                  <a:gd name="connsiteY6" fmla="*/ 711727 h 733499"/>
                  <a:gd name="connsiteX7" fmla="*/ 0 w 421244"/>
                  <a:gd name="connsiteY7" fmla="*/ 693924 h 733499"/>
                  <a:gd name="connsiteX8" fmla="*/ 0 w 421244"/>
                  <a:gd name="connsiteY8" fmla="*/ 17803 h 733499"/>
                  <a:gd name="connsiteX0" fmla="*/ 0 w 436496"/>
                  <a:gd name="connsiteY0" fmla="*/ 17803 h 733499"/>
                  <a:gd name="connsiteX1" fmla="*/ 17803 w 436496"/>
                  <a:gd name="connsiteY1" fmla="*/ 0 h 733499"/>
                  <a:gd name="connsiteX2" fmla="*/ 89010 w 436496"/>
                  <a:gd name="connsiteY2" fmla="*/ 0 h 733499"/>
                  <a:gd name="connsiteX3" fmla="*/ 106813 w 436496"/>
                  <a:gd name="connsiteY3" fmla="*/ 17803 h 733499"/>
                  <a:gd name="connsiteX4" fmla="*/ 106813 w 436496"/>
                  <a:gd name="connsiteY4" fmla="*/ 693924 h 733499"/>
                  <a:gd name="connsiteX5" fmla="*/ 421025 w 436496"/>
                  <a:gd name="connsiteY5" fmla="*/ 733499 h 733499"/>
                  <a:gd name="connsiteX6" fmla="*/ 17803 w 436496"/>
                  <a:gd name="connsiteY6" fmla="*/ 711727 h 733499"/>
                  <a:gd name="connsiteX7" fmla="*/ 0 w 436496"/>
                  <a:gd name="connsiteY7" fmla="*/ 693924 h 733499"/>
                  <a:gd name="connsiteX8" fmla="*/ 0 w 436496"/>
                  <a:gd name="connsiteY8" fmla="*/ 17803 h 733499"/>
                  <a:gd name="connsiteX0" fmla="*/ 0 w 421244"/>
                  <a:gd name="connsiteY0" fmla="*/ 17803 h 733499"/>
                  <a:gd name="connsiteX1" fmla="*/ 17803 w 421244"/>
                  <a:gd name="connsiteY1" fmla="*/ 0 h 733499"/>
                  <a:gd name="connsiteX2" fmla="*/ 89010 w 421244"/>
                  <a:gd name="connsiteY2" fmla="*/ 0 h 733499"/>
                  <a:gd name="connsiteX3" fmla="*/ 106813 w 421244"/>
                  <a:gd name="connsiteY3" fmla="*/ 17803 h 733499"/>
                  <a:gd name="connsiteX4" fmla="*/ 106813 w 421244"/>
                  <a:gd name="connsiteY4" fmla="*/ 693924 h 733499"/>
                  <a:gd name="connsiteX5" fmla="*/ 421025 w 421244"/>
                  <a:gd name="connsiteY5" fmla="*/ 733499 h 733499"/>
                  <a:gd name="connsiteX6" fmla="*/ 17803 w 421244"/>
                  <a:gd name="connsiteY6" fmla="*/ 711727 h 733499"/>
                  <a:gd name="connsiteX7" fmla="*/ 0 w 421244"/>
                  <a:gd name="connsiteY7" fmla="*/ 693924 h 733499"/>
                  <a:gd name="connsiteX8" fmla="*/ 0 w 421244"/>
                  <a:gd name="connsiteY8" fmla="*/ 17803 h 733499"/>
                  <a:gd name="connsiteX0" fmla="*/ 0 w 171973"/>
                  <a:gd name="connsiteY0" fmla="*/ 17803 h 711727"/>
                  <a:gd name="connsiteX1" fmla="*/ 17803 w 171973"/>
                  <a:gd name="connsiteY1" fmla="*/ 0 h 711727"/>
                  <a:gd name="connsiteX2" fmla="*/ 89010 w 171973"/>
                  <a:gd name="connsiteY2" fmla="*/ 0 h 711727"/>
                  <a:gd name="connsiteX3" fmla="*/ 106813 w 171973"/>
                  <a:gd name="connsiteY3" fmla="*/ 17803 h 711727"/>
                  <a:gd name="connsiteX4" fmla="*/ 106813 w 171973"/>
                  <a:gd name="connsiteY4" fmla="*/ 693924 h 711727"/>
                  <a:gd name="connsiteX5" fmla="*/ 171075 w 171973"/>
                  <a:gd name="connsiteY5" fmla="*/ 556452 h 711727"/>
                  <a:gd name="connsiteX6" fmla="*/ 17803 w 171973"/>
                  <a:gd name="connsiteY6" fmla="*/ 711727 h 711727"/>
                  <a:gd name="connsiteX7" fmla="*/ 0 w 171973"/>
                  <a:gd name="connsiteY7" fmla="*/ 693924 h 711727"/>
                  <a:gd name="connsiteX8" fmla="*/ 0 w 171973"/>
                  <a:gd name="connsiteY8" fmla="*/ 17803 h 711727"/>
                  <a:gd name="connsiteX0" fmla="*/ 0 w 512844"/>
                  <a:gd name="connsiteY0" fmla="*/ 17803 h 711727"/>
                  <a:gd name="connsiteX1" fmla="*/ 17803 w 512844"/>
                  <a:gd name="connsiteY1" fmla="*/ 0 h 711727"/>
                  <a:gd name="connsiteX2" fmla="*/ 89010 w 512844"/>
                  <a:gd name="connsiteY2" fmla="*/ 0 h 711727"/>
                  <a:gd name="connsiteX3" fmla="*/ 106813 w 512844"/>
                  <a:gd name="connsiteY3" fmla="*/ 17803 h 711727"/>
                  <a:gd name="connsiteX4" fmla="*/ 106813 w 512844"/>
                  <a:gd name="connsiteY4" fmla="*/ 693924 h 711727"/>
                  <a:gd name="connsiteX5" fmla="*/ 512673 w 512844"/>
                  <a:gd name="connsiteY5" fmla="*/ 654349 h 711727"/>
                  <a:gd name="connsiteX6" fmla="*/ 17803 w 512844"/>
                  <a:gd name="connsiteY6" fmla="*/ 711727 h 711727"/>
                  <a:gd name="connsiteX7" fmla="*/ 0 w 512844"/>
                  <a:gd name="connsiteY7" fmla="*/ 693924 h 711727"/>
                  <a:gd name="connsiteX8" fmla="*/ 0 w 512844"/>
                  <a:gd name="connsiteY8" fmla="*/ 17803 h 711727"/>
                  <a:gd name="connsiteX0" fmla="*/ 0 w 385861"/>
                  <a:gd name="connsiteY0" fmla="*/ 17803 h 748081"/>
                  <a:gd name="connsiteX1" fmla="*/ 17803 w 385861"/>
                  <a:gd name="connsiteY1" fmla="*/ 0 h 748081"/>
                  <a:gd name="connsiteX2" fmla="*/ 89010 w 385861"/>
                  <a:gd name="connsiteY2" fmla="*/ 0 h 748081"/>
                  <a:gd name="connsiteX3" fmla="*/ 106813 w 385861"/>
                  <a:gd name="connsiteY3" fmla="*/ 17803 h 748081"/>
                  <a:gd name="connsiteX4" fmla="*/ 106813 w 385861"/>
                  <a:gd name="connsiteY4" fmla="*/ 693924 h 748081"/>
                  <a:gd name="connsiteX5" fmla="*/ 385616 w 385861"/>
                  <a:gd name="connsiteY5" fmla="*/ 748081 h 748081"/>
                  <a:gd name="connsiteX6" fmla="*/ 17803 w 385861"/>
                  <a:gd name="connsiteY6" fmla="*/ 711727 h 748081"/>
                  <a:gd name="connsiteX7" fmla="*/ 0 w 385861"/>
                  <a:gd name="connsiteY7" fmla="*/ 693924 h 748081"/>
                  <a:gd name="connsiteX8" fmla="*/ 0 w 385861"/>
                  <a:gd name="connsiteY8" fmla="*/ 17803 h 748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5861" h="748081">
                    <a:moveTo>
                      <a:pt x="0" y="17803"/>
                    </a:moveTo>
                    <a:cubicBezTo>
                      <a:pt x="0" y="7971"/>
                      <a:pt x="7971" y="0"/>
                      <a:pt x="17803" y="0"/>
                    </a:cubicBezTo>
                    <a:lnTo>
                      <a:pt x="89010" y="0"/>
                    </a:lnTo>
                    <a:cubicBezTo>
                      <a:pt x="98842" y="0"/>
                      <a:pt x="106813" y="7971"/>
                      <a:pt x="106813" y="17803"/>
                    </a:cubicBezTo>
                    <a:lnTo>
                      <a:pt x="106813" y="693924"/>
                    </a:lnTo>
                    <a:cubicBezTo>
                      <a:pt x="106813" y="703756"/>
                      <a:pt x="395448" y="748081"/>
                      <a:pt x="385616" y="748081"/>
                    </a:cubicBezTo>
                    <a:cubicBezTo>
                      <a:pt x="353549" y="748081"/>
                      <a:pt x="41539" y="711727"/>
                      <a:pt x="17803" y="711727"/>
                    </a:cubicBezTo>
                    <a:cubicBezTo>
                      <a:pt x="7971" y="711727"/>
                      <a:pt x="0" y="703756"/>
                      <a:pt x="0" y="693924"/>
                    </a:cubicBezTo>
                    <a:lnTo>
                      <a:pt x="0" y="17803"/>
                    </a:lnTo>
                    <a:close/>
                  </a:path>
                </a:pathLst>
              </a:cu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Prostokąt: zaokrąglone rogi 94">
                <a:extLst>
                  <a:ext uri="{FF2B5EF4-FFF2-40B4-BE49-F238E27FC236}">
                    <a16:creationId xmlns:a16="http://schemas.microsoft.com/office/drawing/2014/main" id="{8CAB535B-F6D5-C27D-C086-97D173C37E13}"/>
                  </a:ext>
                </a:extLst>
              </p:cNvPr>
              <p:cNvSpPr/>
              <p:nvPr/>
            </p:nvSpPr>
            <p:spPr>
              <a:xfrm>
                <a:off x="1461005" y="2234969"/>
                <a:ext cx="356890" cy="129355"/>
              </a:xfrm>
              <a:custGeom>
                <a:avLst/>
                <a:gdLst>
                  <a:gd name="connsiteX0" fmla="*/ 0 w 356743"/>
                  <a:gd name="connsiteY0" fmla="*/ 21560 h 129355"/>
                  <a:gd name="connsiteX1" fmla="*/ 21560 w 356743"/>
                  <a:gd name="connsiteY1" fmla="*/ 0 h 129355"/>
                  <a:gd name="connsiteX2" fmla="*/ 335183 w 356743"/>
                  <a:gd name="connsiteY2" fmla="*/ 0 h 129355"/>
                  <a:gd name="connsiteX3" fmla="*/ 356743 w 356743"/>
                  <a:gd name="connsiteY3" fmla="*/ 21560 h 129355"/>
                  <a:gd name="connsiteX4" fmla="*/ 356743 w 356743"/>
                  <a:gd name="connsiteY4" fmla="*/ 107795 h 129355"/>
                  <a:gd name="connsiteX5" fmla="*/ 335183 w 356743"/>
                  <a:gd name="connsiteY5" fmla="*/ 129355 h 129355"/>
                  <a:gd name="connsiteX6" fmla="*/ 21560 w 356743"/>
                  <a:gd name="connsiteY6" fmla="*/ 129355 h 129355"/>
                  <a:gd name="connsiteX7" fmla="*/ 0 w 356743"/>
                  <a:gd name="connsiteY7" fmla="*/ 107795 h 129355"/>
                  <a:gd name="connsiteX8" fmla="*/ 0 w 356743"/>
                  <a:gd name="connsiteY8" fmla="*/ 21560 h 129355"/>
                  <a:gd name="connsiteX0" fmla="*/ 0 w 356743"/>
                  <a:gd name="connsiteY0" fmla="*/ 21560 h 129355"/>
                  <a:gd name="connsiteX1" fmla="*/ 21560 w 356743"/>
                  <a:gd name="connsiteY1" fmla="*/ 0 h 129355"/>
                  <a:gd name="connsiteX2" fmla="*/ 335183 w 356743"/>
                  <a:gd name="connsiteY2" fmla="*/ 0 h 129355"/>
                  <a:gd name="connsiteX3" fmla="*/ 337997 w 356743"/>
                  <a:gd name="connsiteY3" fmla="*/ 90296 h 129355"/>
                  <a:gd name="connsiteX4" fmla="*/ 356743 w 356743"/>
                  <a:gd name="connsiteY4" fmla="*/ 107795 h 129355"/>
                  <a:gd name="connsiteX5" fmla="*/ 335183 w 356743"/>
                  <a:gd name="connsiteY5" fmla="*/ 129355 h 129355"/>
                  <a:gd name="connsiteX6" fmla="*/ 21560 w 356743"/>
                  <a:gd name="connsiteY6" fmla="*/ 129355 h 129355"/>
                  <a:gd name="connsiteX7" fmla="*/ 0 w 356743"/>
                  <a:gd name="connsiteY7" fmla="*/ 107795 h 129355"/>
                  <a:gd name="connsiteX8" fmla="*/ 0 w 356743"/>
                  <a:gd name="connsiteY8" fmla="*/ 21560 h 129355"/>
                  <a:gd name="connsiteX0" fmla="*/ 0 w 356890"/>
                  <a:gd name="connsiteY0" fmla="*/ 21560 h 129355"/>
                  <a:gd name="connsiteX1" fmla="*/ 21560 w 356890"/>
                  <a:gd name="connsiteY1" fmla="*/ 0 h 129355"/>
                  <a:gd name="connsiteX2" fmla="*/ 353929 w 356890"/>
                  <a:gd name="connsiteY2" fmla="*/ 68737 h 129355"/>
                  <a:gd name="connsiteX3" fmla="*/ 337997 w 356890"/>
                  <a:gd name="connsiteY3" fmla="*/ 90296 h 129355"/>
                  <a:gd name="connsiteX4" fmla="*/ 356743 w 356890"/>
                  <a:gd name="connsiteY4" fmla="*/ 107795 h 129355"/>
                  <a:gd name="connsiteX5" fmla="*/ 335183 w 356890"/>
                  <a:gd name="connsiteY5" fmla="*/ 129355 h 129355"/>
                  <a:gd name="connsiteX6" fmla="*/ 21560 w 356890"/>
                  <a:gd name="connsiteY6" fmla="*/ 129355 h 129355"/>
                  <a:gd name="connsiteX7" fmla="*/ 0 w 356890"/>
                  <a:gd name="connsiteY7" fmla="*/ 107795 h 129355"/>
                  <a:gd name="connsiteX8" fmla="*/ 0 w 356890"/>
                  <a:gd name="connsiteY8" fmla="*/ 21560 h 129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6890" h="129355">
                    <a:moveTo>
                      <a:pt x="0" y="21560"/>
                    </a:moveTo>
                    <a:cubicBezTo>
                      <a:pt x="0" y="9653"/>
                      <a:pt x="9653" y="0"/>
                      <a:pt x="21560" y="0"/>
                    </a:cubicBezTo>
                    <a:lnTo>
                      <a:pt x="353929" y="68737"/>
                    </a:lnTo>
                    <a:cubicBezTo>
                      <a:pt x="365836" y="68737"/>
                      <a:pt x="337997" y="78389"/>
                      <a:pt x="337997" y="90296"/>
                    </a:cubicBezTo>
                    <a:cubicBezTo>
                      <a:pt x="337997" y="119041"/>
                      <a:pt x="356743" y="79050"/>
                      <a:pt x="356743" y="107795"/>
                    </a:cubicBezTo>
                    <a:cubicBezTo>
                      <a:pt x="356743" y="119702"/>
                      <a:pt x="347090" y="129355"/>
                      <a:pt x="335183" y="129355"/>
                    </a:cubicBezTo>
                    <a:lnTo>
                      <a:pt x="21560" y="129355"/>
                    </a:lnTo>
                    <a:cubicBezTo>
                      <a:pt x="9653" y="129355"/>
                      <a:pt x="0" y="119702"/>
                      <a:pt x="0" y="107795"/>
                    </a:cubicBezTo>
                    <a:lnTo>
                      <a:pt x="0" y="21560"/>
                    </a:lnTo>
                    <a:close/>
                  </a:path>
                </a:pathLst>
              </a:cu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Prostokąt: zaokrąglone rogi 94">
                <a:extLst>
                  <a:ext uri="{FF2B5EF4-FFF2-40B4-BE49-F238E27FC236}">
                    <a16:creationId xmlns:a16="http://schemas.microsoft.com/office/drawing/2014/main" id="{1698A81A-003A-A3F8-DCB6-45AC4CDD1AC2}"/>
                  </a:ext>
                </a:extLst>
              </p:cNvPr>
              <p:cNvSpPr/>
              <p:nvPr/>
            </p:nvSpPr>
            <p:spPr>
              <a:xfrm flipH="1">
                <a:off x="2089282" y="2235209"/>
                <a:ext cx="562726" cy="147317"/>
              </a:xfrm>
              <a:custGeom>
                <a:avLst/>
                <a:gdLst>
                  <a:gd name="connsiteX0" fmla="*/ 0 w 356743"/>
                  <a:gd name="connsiteY0" fmla="*/ 21560 h 129355"/>
                  <a:gd name="connsiteX1" fmla="*/ 21560 w 356743"/>
                  <a:gd name="connsiteY1" fmla="*/ 0 h 129355"/>
                  <a:gd name="connsiteX2" fmla="*/ 335183 w 356743"/>
                  <a:gd name="connsiteY2" fmla="*/ 0 h 129355"/>
                  <a:gd name="connsiteX3" fmla="*/ 356743 w 356743"/>
                  <a:gd name="connsiteY3" fmla="*/ 21560 h 129355"/>
                  <a:gd name="connsiteX4" fmla="*/ 356743 w 356743"/>
                  <a:gd name="connsiteY4" fmla="*/ 107795 h 129355"/>
                  <a:gd name="connsiteX5" fmla="*/ 335183 w 356743"/>
                  <a:gd name="connsiteY5" fmla="*/ 129355 h 129355"/>
                  <a:gd name="connsiteX6" fmla="*/ 21560 w 356743"/>
                  <a:gd name="connsiteY6" fmla="*/ 129355 h 129355"/>
                  <a:gd name="connsiteX7" fmla="*/ 0 w 356743"/>
                  <a:gd name="connsiteY7" fmla="*/ 107795 h 129355"/>
                  <a:gd name="connsiteX8" fmla="*/ 0 w 356743"/>
                  <a:gd name="connsiteY8" fmla="*/ 21560 h 129355"/>
                  <a:gd name="connsiteX0" fmla="*/ 0 w 356743"/>
                  <a:gd name="connsiteY0" fmla="*/ 21560 h 129355"/>
                  <a:gd name="connsiteX1" fmla="*/ 21560 w 356743"/>
                  <a:gd name="connsiteY1" fmla="*/ 0 h 129355"/>
                  <a:gd name="connsiteX2" fmla="*/ 335183 w 356743"/>
                  <a:gd name="connsiteY2" fmla="*/ 0 h 129355"/>
                  <a:gd name="connsiteX3" fmla="*/ 337997 w 356743"/>
                  <a:gd name="connsiteY3" fmla="*/ 90296 h 129355"/>
                  <a:gd name="connsiteX4" fmla="*/ 356743 w 356743"/>
                  <a:gd name="connsiteY4" fmla="*/ 107795 h 129355"/>
                  <a:gd name="connsiteX5" fmla="*/ 335183 w 356743"/>
                  <a:gd name="connsiteY5" fmla="*/ 129355 h 129355"/>
                  <a:gd name="connsiteX6" fmla="*/ 21560 w 356743"/>
                  <a:gd name="connsiteY6" fmla="*/ 129355 h 129355"/>
                  <a:gd name="connsiteX7" fmla="*/ 0 w 356743"/>
                  <a:gd name="connsiteY7" fmla="*/ 107795 h 129355"/>
                  <a:gd name="connsiteX8" fmla="*/ 0 w 356743"/>
                  <a:gd name="connsiteY8" fmla="*/ 21560 h 129355"/>
                  <a:gd name="connsiteX0" fmla="*/ 0 w 356890"/>
                  <a:gd name="connsiteY0" fmla="*/ 21560 h 129355"/>
                  <a:gd name="connsiteX1" fmla="*/ 21560 w 356890"/>
                  <a:gd name="connsiteY1" fmla="*/ 0 h 129355"/>
                  <a:gd name="connsiteX2" fmla="*/ 353929 w 356890"/>
                  <a:gd name="connsiteY2" fmla="*/ 68737 h 129355"/>
                  <a:gd name="connsiteX3" fmla="*/ 337997 w 356890"/>
                  <a:gd name="connsiteY3" fmla="*/ 90296 h 129355"/>
                  <a:gd name="connsiteX4" fmla="*/ 356743 w 356890"/>
                  <a:gd name="connsiteY4" fmla="*/ 107795 h 129355"/>
                  <a:gd name="connsiteX5" fmla="*/ 335183 w 356890"/>
                  <a:gd name="connsiteY5" fmla="*/ 129355 h 129355"/>
                  <a:gd name="connsiteX6" fmla="*/ 21560 w 356890"/>
                  <a:gd name="connsiteY6" fmla="*/ 129355 h 129355"/>
                  <a:gd name="connsiteX7" fmla="*/ 0 w 356890"/>
                  <a:gd name="connsiteY7" fmla="*/ 107795 h 129355"/>
                  <a:gd name="connsiteX8" fmla="*/ 0 w 356890"/>
                  <a:gd name="connsiteY8" fmla="*/ 21560 h 129355"/>
                  <a:gd name="connsiteX0" fmla="*/ 0 w 381053"/>
                  <a:gd name="connsiteY0" fmla="*/ 21560 h 129355"/>
                  <a:gd name="connsiteX1" fmla="*/ 21560 w 381053"/>
                  <a:gd name="connsiteY1" fmla="*/ 0 h 129355"/>
                  <a:gd name="connsiteX2" fmla="*/ 379317 w 381053"/>
                  <a:gd name="connsiteY2" fmla="*/ 57764 h 129355"/>
                  <a:gd name="connsiteX3" fmla="*/ 337997 w 381053"/>
                  <a:gd name="connsiteY3" fmla="*/ 90296 h 129355"/>
                  <a:gd name="connsiteX4" fmla="*/ 356743 w 381053"/>
                  <a:gd name="connsiteY4" fmla="*/ 107795 h 129355"/>
                  <a:gd name="connsiteX5" fmla="*/ 335183 w 381053"/>
                  <a:gd name="connsiteY5" fmla="*/ 129355 h 129355"/>
                  <a:gd name="connsiteX6" fmla="*/ 21560 w 381053"/>
                  <a:gd name="connsiteY6" fmla="*/ 129355 h 129355"/>
                  <a:gd name="connsiteX7" fmla="*/ 0 w 381053"/>
                  <a:gd name="connsiteY7" fmla="*/ 107795 h 129355"/>
                  <a:gd name="connsiteX8" fmla="*/ 0 w 381053"/>
                  <a:gd name="connsiteY8" fmla="*/ 21560 h 129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1053" h="129355">
                    <a:moveTo>
                      <a:pt x="0" y="21560"/>
                    </a:moveTo>
                    <a:cubicBezTo>
                      <a:pt x="0" y="9653"/>
                      <a:pt x="9653" y="0"/>
                      <a:pt x="21560" y="0"/>
                    </a:cubicBezTo>
                    <a:lnTo>
                      <a:pt x="379317" y="57764"/>
                    </a:lnTo>
                    <a:cubicBezTo>
                      <a:pt x="391224" y="57764"/>
                      <a:pt x="337997" y="78389"/>
                      <a:pt x="337997" y="90296"/>
                    </a:cubicBezTo>
                    <a:cubicBezTo>
                      <a:pt x="337997" y="119041"/>
                      <a:pt x="356743" y="79050"/>
                      <a:pt x="356743" y="107795"/>
                    </a:cubicBezTo>
                    <a:cubicBezTo>
                      <a:pt x="356743" y="119702"/>
                      <a:pt x="347090" y="129355"/>
                      <a:pt x="335183" y="129355"/>
                    </a:cubicBezTo>
                    <a:lnTo>
                      <a:pt x="21560" y="129355"/>
                    </a:lnTo>
                    <a:cubicBezTo>
                      <a:pt x="9653" y="129355"/>
                      <a:pt x="0" y="119702"/>
                      <a:pt x="0" y="107795"/>
                    </a:cubicBezTo>
                    <a:lnTo>
                      <a:pt x="0" y="21560"/>
                    </a:lnTo>
                    <a:close/>
                  </a:path>
                </a:pathLst>
              </a:cu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9" name="pole tekstowe 98">
            <a:extLst>
              <a:ext uri="{FF2B5EF4-FFF2-40B4-BE49-F238E27FC236}">
                <a16:creationId xmlns:a16="http://schemas.microsoft.com/office/drawing/2014/main" id="{006ADBFE-BB58-1081-71EB-3925F642CC69}"/>
              </a:ext>
            </a:extLst>
          </p:cNvPr>
          <p:cNvSpPr txBox="1"/>
          <p:nvPr/>
        </p:nvSpPr>
        <p:spPr>
          <a:xfrm>
            <a:off x="432201" y="2514652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BIBLIOTEKA</a:t>
            </a:r>
          </a:p>
        </p:txBody>
      </p:sp>
      <p:grpSp>
        <p:nvGrpSpPr>
          <p:cNvPr id="112" name="Grupa 111">
            <a:extLst>
              <a:ext uri="{FF2B5EF4-FFF2-40B4-BE49-F238E27FC236}">
                <a16:creationId xmlns:a16="http://schemas.microsoft.com/office/drawing/2014/main" id="{117C21FF-9CD9-1069-4996-69D5BF9373A8}"/>
              </a:ext>
            </a:extLst>
          </p:cNvPr>
          <p:cNvGrpSpPr/>
          <p:nvPr/>
        </p:nvGrpSpPr>
        <p:grpSpPr>
          <a:xfrm>
            <a:off x="4620226" y="1265179"/>
            <a:ext cx="2826581" cy="1166176"/>
            <a:chOff x="4620225" y="1265179"/>
            <a:chExt cx="2826581" cy="1166176"/>
          </a:xfrm>
        </p:grpSpPr>
        <p:grpSp>
          <p:nvGrpSpPr>
            <p:cNvPr id="109" name="Grupa 108">
              <a:extLst>
                <a:ext uri="{FF2B5EF4-FFF2-40B4-BE49-F238E27FC236}">
                  <a16:creationId xmlns:a16="http://schemas.microsoft.com/office/drawing/2014/main" id="{4D99DB9B-BCC7-42A2-4507-4601D5BCE10C}"/>
                </a:ext>
              </a:extLst>
            </p:cNvPr>
            <p:cNvGrpSpPr/>
            <p:nvPr/>
          </p:nvGrpSpPr>
          <p:grpSpPr>
            <a:xfrm>
              <a:off x="4620225" y="1265179"/>
              <a:ext cx="495980" cy="1118214"/>
              <a:chOff x="4471332" y="1396262"/>
              <a:chExt cx="661889" cy="1428729"/>
            </a:xfrm>
          </p:grpSpPr>
          <p:sp>
            <p:nvSpPr>
              <p:cNvPr id="100" name="Schemat blokowy: proces 99">
                <a:extLst>
                  <a:ext uri="{FF2B5EF4-FFF2-40B4-BE49-F238E27FC236}">
                    <a16:creationId xmlns:a16="http://schemas.microsoft.com/office/drawing/2014/main" id="{A04F0485-EDE9-0940-E14E-E8A5E58885CB}"/>
                  </a:ext>
                </a:extLst>
              </p:cNvPr>
              <p:cNvSpPr/>
              <p:nvPr/>
            </p:nvSpPr>
            <p:spPr>
              <a:xfrm>
                <a:off x="4723002" y="1882441"/>
                <a:ext cx="184558" cy="942550"/>
              </a:xfrm>
              <a:prstGeom prst="flowChartProcess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Schemat blokowy: proces 100">
                <a:extLst>
                  <a:ext uri="{FF2B5EF4-FFF2-40B4-BE49-F238E27FC236}">
                    <a16:creationId xmlns:a16="http://schemas.microsoft.com/office/drawing/2014/main" id="{36C68BF2-FD7D-8B88-E1B6-034E497A02CD}"/>
                  </a:ext>
                </a:extLst>
              </p:cNvPr>
              <p:cNvSpPr/>
              <p:nvPr/>
            </p:nvSpPr>
            <p:spPr>
              <a:xfrm>
                <a:off x="4471332" y="1820411"/>
                <a:ext cx="645952" cy="45719"/>
              </a:xfrm>
              <a:prstGeom prst="flowChartProcess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Schemat blokowy: proces 101">
                <a:extLst>
                  <a:ext uri="{FF2B5EF4-FFF2-40B4-BE49-F238E27FC236}">
                    <a16:creationId xmlns:a16="http://schemas.microsoft.com/office/drawing/2014/main" id="{EC4D4DA2-FB6C-D74A-3D8D-C53392760B26}"/>
                  </a:ext>
                </a:extLst>
              </p:cNvPr>
              <p:cNvSpPr/>
              <p:nvPr/>
            </p:nvSpPr>
            <p:spPr>
              <a:xfrm>
                <a:off x="4471332" y="1396262"/>
                <a:ext cx="45719" cy="407838"/>
              </a:xfrm>
              <a:prstGeom prst="flowChartProcess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Schemat blokowy: proces 102">
                <a:extLst>
                  <a:ext uri="{FF2B5EF4-FFF2-40B4-BE49-F238E27FC236}">
                    <a16:creationId xmlns:a16="http://schemas.microsoft.com/office/drawing/2014/main" id="{D04E09B4-64C1-BEA0-4571-384AAFF52CB8}"/>
                  </a:ext>
                </a:extLst>
              </p:cNvPr>
              <p:cNvSpPr/>
              <p:nvPr/>
            </p:nvSpPr>
            <p:spPr>
              <a:xfrm>
                <a:off x="4775643" y="1400875"/>
                <a:ext cx="45719" cy="407838"/>
              </a:xfrm>
              <a:prstGeom prst="flowChartProcess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Schemat blokowy: proces 103">
                <a:extLst>
                  <a:ext uri="{FF2B5EF4-FFF2-40B4-BE49-F238E27FC236}">
                    <a16:creationId xmlns:a16="http://schemas.microsoft.com/office/drawing/2014/main" id="{EACD41FF-DC25-5791-CE52-70D83D31BE68}"/>
                  </a:ext>
                </a:extLst>
              </p:cNvPr>
              <p:cNvSpPr/>
              <p:nvPr/>
            </p:nvSpPr>
            <p:spPr>
              <a:xfrm flipH="1">
                <a:off x="5087502" y="1396262"/>
                <a:ext cx="45719" cy="469868"/>
              </a:xfrm>
              <a:prstGeom prst="flowChartProcess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7" name="Grupa 106">
              <a:extLst>
                <a:ext uri="{FF2B5EF4-FFF2-40B4-BE49-F238E27FC236}">
                  <a16:creationId xmlns:a16="http://schemas.microsoft.com/office/drawing/2014/main" id="{CA807680-1B0F-195C-7011-161A268CCAEE}"/>
                </a:ext>
              </a:extLst>
            </p:cNvPr>
            <p:cNvGrpSpPr/>
            <p:nvPr/>
          </p:nvGrpSpPr>
          <p:grpSpPr>
            <a:xfrm>
              <a:off x="7012031" y="1265179"/>
              <a:ext cx="434775" cy="1166176"/>
              <a:chOff x="7131074" y="1176218"/>
              <a:chExt cx="434775" cy="1609602"/>
            </a:xfrm>
          </p:grpSpPr>
          <p:sp>
            <p:nvSpPr>
              <p:cNvPr id="105" name="Schemat blokowy: proces 104">
                <a:extLst>
                  <a:ext uri="{FF2B5EF4-FFF2-40B4-BE49-F238E27FC236}">
                    <a16:creationId xmlns:a16="http://schemas.microsoft.com/office/drawing/2014/main" id="{528AC16C-481E-E529-9577-3BEA908FB003}"/>
                  </a:ext>
                </a:extLst>
              </p:cNvPr>
              <p:cNvSpPr/>
              <p:nvPr/>
            </p:nvSpPr>
            <p:spPr>
              <a:xfrm>
                <a:off x="7256183" y="1843270"/>
                <a:ext cx="184558" cy="942550"/>
              </a:xfrm>
              <a:prstGeom prst="flowChartProcess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Owal 105">
                <a:extLst>
                  <a:ext uri="{FF2B5EF4-FFF2-40B4-BE49-F238E27FC236}">
                    <a16:creationId xmlns:a16="http://schemas.microsoft.com/office/drawing/2014/main" id="{9ED85FA6-1DF0-B824-567E-2BA2F95F1CC1}"/>
                  </a:ext>
                </a:extLst>
              </p:cNvPr>
              <p:cNvSpPr/>
              <p:nvPr/>
            </p:nvSpPr>
            <p:spPr>
              <a:xfrm>
                <a:off x="7131074" y="1176218"/>
                <a:ext cx="434775" cy="683773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1" name="Grupa 110">
              <a:extLst>
                <a:ext uri="{FF2B5EF4-FFF2-40B4-BE49-F238E27FC236}">
                  <a16:creationId xmlns:a16="http://schemas.microsoft.com/office/drawing/2014/main" id="{94011DAB-18C8-4851-EE8A-FE33567ABB69}"/>
                </a:ext>
              </a:extLst>
            </p:cNvPr>
            <p:cNvGrpSpPr/>
            <p:nvPr/>
          </p:nvGrpSpPr>
          <p:grpSpPr>
            <a:xfrm>
              <a:off x="5532017" y="1313141"/>
              <a:ext cx="1076171" cy="1118214"/>
              <a:chOff x="5532017" y="1313141"/>
              <a:chExt cx="1076171" cy="1118214"/>
            </a:xfrm>
          </p:grpSpPr>
          <p:sp>
            <p:nvSpPr>
              <p:cNvPr id="108" name="Owal 107">
                <a:extLst>
                  <a:ext uri="{FF2B5EF4-FFF2-40B4-BE49-F238E27FC236}">
                    <a16:creationId xmlns:a16="http://schemas.microsoft.com/office/drawing/2014/main" id="{995F6ED9-B471-5484-5A37-24B0E00F2C0E}"/>
                  </a:ext>
                </a:extLst>
              </p:cNvPr>
              <p:cNvSpPr/>
              <p:nvPr/>
            </p:nvSpPr>
            <p:spPr>
              <a:xfrm>
                <a:off x="5532017" y="1313141"/>
                <a:ext cx="1076171" cy="1118214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Schemat blokowy: łącznik 109">
                <a:extLst>
                  <a:ext uri="{FF2B5EF4-FFF2-40B4-BE49-F238E27FC236}">
                    <a16:creationId xmlns:a16="http://schemas.microsoft.com/office/drawing/2014/main" id="{EF1B0ECD-94DD-3436-F425-C63AE51E2DE2}"/>
                  </a:ext>
                </a:extLst>
              </p:cNvPr>
              <p:cNvSpPr/>
              <p:nvPr/>
            </p:nvSpPr>
            <p:spPr>
              <a:xfrm>
                <a:off x="5863612" y="1657027"/>
                <a:ext cx="412980" cy="432883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39" name="pole tekstowe 138">
            <a:extLst>
              <a:ext uri="{FF2B5EF4-FFF2-40B4-BE49-F238E27FC236}">
                <a16:creationId xmlns:a16="http://schemas.microsoft.com/office/drawing/2014/main" id="{E387E57E-7043-238F-5259-DD977208C214}"/>
              </a:ext>
            </a:extLst>
          </p:cNvPr>
          <p:cNvSpPr txBox="1"/>
          <p:nvPr/>
        </p:nvSpPr>
        <p:spPr>
          <a:xfrm>
            <a:off x="4715659" y="2513732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JADALNIA</a:t>
            </a:r>
          </a:p>
        </p:txBody>
      </p:sp>
      <p:grpSp>
        <p:nvGrpSpPr>
          <p:cNvPr id="187" name="Grupa 186">
            <a:extLst>
              <a:ext uri="{FF2B5EF4-FFF2-40B4-BE49-F238E27FC236}">
                <a16:creationId xmlns:a16="http://schemas.microsoft.com/office/drawing/2014/main" id="{CC3B18ED-A87F-F60D-C1C7-AF109E50FE36}"/>
              </a:ext>
            </a:extLst>
          </p:cNvPr>
          <p:cNvGrpSpPr/>
          <p:nvPr/>
        </p:nvGrpSpPr>
        <p:grpSpPr>
          <a:xfrm>
            <a:off x="8403288" y="1254257"/>
            <a:ext cx="3245117" cy="1129136"/>
            <a:chOff x="8403288" y="1254257"/>
            <a:chExt cx="3245117" cy="1129136"/>
          </a:xfrm>
        </p:grpSpPr>
        <p:grpSp>
          <p:nvGrpSpPr>
            <p:cNvPr id="172" name="Grupa 171">
              <a:extLst>
                <a:ext uri="{FF2B5EF4-FFF2-40B4-BE49-F238E27FC236}">
                  <a16:creationId xmlns:a16="http://schemas.microsoft.com/office/drawing/2014/main" id="{EE76C12F-1A52-E2FA-37AB-9A51FBF24B2B}"/>
                </a:ext>
              </a:extLst>
            </p:cNvPr>
            <p:cNvGrpSpPr/>
            <p:nvPr/>
          </p:nvGrpSpPr>
          <p:grpSpPr>
            <a:xfrm>
              <a:off x="8403288" y="1254257"/>
              <a:ext cx="2255762" cy="1077155"/>
              <a:chOff x="8746747" y="1306238"/>
              <a:chExt cx="2910980" cy="1189138"/>
            </a:xfrm>
          </p:grpSpPr>
          <p:sp>
            <p:nvSpPr>
              <p:cNvPr id="166" name="Schemat blokowy: łącznik 165">
                <a:extLst>
                  <a:ext uri="{FF2B5EF4-FFF2-40B4-BE49-F238E27FC236}">
                    <a16:creationId xmlns:a16="http://schemas.microsoft.com/office/drawing/2014/main" id="{A45CF9C0-1900-E201-5642-80C287336CFD}"/>
                  </a:ext>
                </a:extLst>
              </p:cNvPr>
              <p:cNvSpPr/>
              <p:nvPr/>
            </p:nvSpPr>
            <p:spPr>
              <a:xfrm>
                <a:off x="8768430" y="2030886"/>
                <a:ext cx="372873" cy="454174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Schemat blokowy: łącznik 166">
                <a:extLst>
                  <a:ext uri="{FF2B5EF4-FFF2-40B4-BE49-F238E27FC236}">
                    <a16:creationId xmlns:a16="http://schemas.microsoft.com/office/drawing/2014/main" id="{C93C4C80-BC07-14BE-2875-3F592423A724}"/>
                  </a:ext>
                </a:extLst>
              </p:cNvPr>
              <p:cNvSpPr/>
              <p:nvPr/>
            </p:nvSpPr>
            <p:spPr>
              <a:xfrm>
                <a:off x="11191236" y="2033711"/>
                <a:ext cx="372872" cy="46166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1" name="Grupa 170">
                <a:extLst>
                  <a:ext uri="{FF2B5EF4-FFF2-40B4-BE49-F238E27FC236}">
                    <a16:creationId xmlns:a16="http://schemas.microsoft.com/office/drawing/2014/main" id="{83349461-9D4E-C8D8-86C3-CC0F82474138}"/>
                  </a:ext>
                </a:extLst>
              </p:cNvPr>
              <p:cNvGrpSpPr/>
              <p:nvPr/>
            </p:nvGrpSpPr>
            <p:grpSpPr>
              <a:xfrm>
                <a:off x="8746747" y="1306238"/>
                <a:ext cx="2910980" cy="930350"/>
                <a:chOff x="8732939" y="1453043"/>
                <a:chExt cx="2910980" cy="930350"/>
              </a:xfrm>
            </p:grpSpPr>
            <p:sp>
              <p:nvSpPr>
                <p:cNvPr id="140" name="Schemat blokowy: proces 139">
                  <a:extLst>
                    <a:ext uri="{FF2B5EF4-FFF2-40B4-BE49-F238E27FC236}">
                      <a16:creationId xmlns:a16="http://schemas.microsoft.com/office/drawing/2014/main" id="{747698D6-73C2-5ECD-F1DB-08D8291FC5CE}"/>
                    </a:ext>
                  </a:extLst>
                </p:cNvPr>
                <p:cNvSpPr/>
                <p:nvPr/>
              </p:nvSpPr>
              <p:spPr>
                <a:xfrm>
                  <a:off x="8732939" y="1613671"/>
                  <a:ext cx="2835479" cy="769722"/>
                </a:xfrm>
                <a:prstGeom prst="flowChartProcess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1" name="Prostokąt 140">
                  <a:extLst>
                    <a:ext uri="{FF2B5EF4-FFF2-40B4-BE49-F238E27FC236}">
                      <a16:creationId xmlns:a16="http://schemas.microsoft.com/office/drawing/2014/main" id="{4A0D0B8C-6405-C3B9-8EEC-5E509B92EC00}"/>
                    </a:ext>
                  </a:extLst>
                </p:cNvPr>
                <p:cNvSpPr/>
                <p:nvPr/>
              </p:nvSpPr>
              <p:spPr>
                <a:xfrm>
                  <a:off x="11266415" y="1657027"/>
                  <a:ext cx="302003" cy="283315"/>
                </a:xfrm>
                <a:prstGeom prst="rect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Schemat blokowy: proces 141">
                  <a:extLst>
                    <a:ext uri="{FF2B5EF4-FFF2-40B4-BE49-F238E27FC236}">
                      <a16:creationId xmlns:a16="http://schemas.microsoft.com/office/drawing/2014/main" id="{8C733034-3EB5-FF1D-E47D-9371305C77F5}"/>
                    </a:ext>
                  </a:extLst>
                </p:cNvPr>
                <p:cNvSpPr/>
                <p:nvPr/>
              </p:nvSpPr>
              <p:spPr>
                <a:xfrm>
                  <a:off x="10951956" y="1641627"/>
                  <a:ext cx="255736" cy="741766"/>
                </a:xfrm>
                <a:prstGeom prst="flowChartProcess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44" name="Łącznik prosty 143">
                  <a:extLst>
                    <a:ext uri="{FF2B5EF4-FFF2-40B4-BE49-F238E27FC236}">
                      <a16:creationId xmlns:a16="http://schemas.microsoft.com/office/drawing/2014/main" id="{BDAC14E9-6186-CBE0-9F69-3517BBA1E09D}"/>
                    </a:ext>
                  </a:extLst>
                </p:cNvPr>
                <p:cNvCxnSpPr>
                  <a:stCxn id="142" idx="0"/>
                  <a:endCxn id="142" idx="2"/>
                </p:cNvCxnSpPr>
                <p:nvPr/>
              </p:nvCxnSpPr>
              <p:spPr>
                <a:xfrm>
                  <a:off x="11079824" y="1641627"/>
                  <a:ext cx="0" cy="741766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Schemat blokowy: proces 144">
                  <a:extLst>
                    <a:ext uri="{FF2B5EF4-FFF2-40B4-BE49-F238E27FC236}">
                      <a16:creationId xmlns:a16="http://schemas.microsoft.com/office/drawing/2014/main" id="{A6264023-570D-6E53-E55D-59A690636C83}"/>
                    </a:ext>
                  </a:extLst>
                </p:cNvPr>
                <p:cNvSpPr/>
                <p:nvPr/>
              </p:nvSpPr>
              <p:spPr>
                <a:xfrm>
                  <a:off x="8732939" y="1676499"/>
                  <a:ext cx="2160294" cy="263843"/>
                </a:xfrm>
                <a:prstGeom prst="flowChartProcess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47" name="Łącznik prosty 146">
                  <a:extLst>
                    <a:ext uri="{FF2B5EF4-FFF2-40B4-BE49-F238E27FC236}">
                      <a16:creationId xmlns:a16="http://schemas.microsoft.com/office/drawing/2014/main" id="{DBF69C4F-161F-DC39-A5AF-AA2D9C9EFF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337" y="1711372"/>
                  <a:ext cx="0" cy="228970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Łącznik prosty 148">
                  <a:extLst>
                    <a:ext uri="{FF2B5EF4-FFF2-40B4-BE49-F238E27FC236}">
                      <a16:creationId xmlns:a16="http://schemas.microsoft.com/office/drawing/2014/main" id="{6629FF71-7148-EF8E-E4A4-3F7413B281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374050" y="1704122"/>
                  <a:ext cx="0" cy="228970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Łącznik prosty 152">
                  <a:extLst>
                    <a:ext uri="{FF2B5EF4-FFF2-40B4-BE49-F238E27FC236}">
                      <a16:creationId xmlns:a16="http://schemas.microsoft.com/office/drawing/2014/main" id="{7E88026A-02CC-4B13-B46B-E72FE76E9E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637599" y="1683749"/>
                  <a:ext cx="0" cy="256593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Łącznik prosty 155">
                  <a:extLst>
                    <a:ext uri="{FF2B5EF4-FFF2-40B4-BE49-F238E27FC236}">
                      <a16:creationId xmlns:a16="http://schemas.microsoft.com/office/drawing/2014/main" id="{FC059EF8-765C-4801-3D26-0753CB01DC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60088" y="1669249"/>
                  <a:ext cx="0" cy="263843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Łącznik prosty 157">
                  <a:extLst>
                    <a:ext uri="{FF2B5EF4-FFF2-40B4-BE49-F238E27FC236}">
                      <a16:creationId xmlns:a16="http://schemas.microsoft.com/office/drawing/2014/main" id="{81EB375F-82B9-CBAC-DFFD-43207CD83B4D}"/>
                    </a:ext>
                  </a:extLst>
                </p:cNvPr>
                <p:cNvCxnSpPr/>
                <p:nvPr/>
              </p:nvCxnSpPr>
              <p:spPr>
                <a:xfrm>
                  <a:off x="10064810" y="1704122"/>
                  <a:ext cx="0" cy="228970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Łącznik prosty 159">
                  <a:extLst>
                    <a:ext uri="{FF2B5EF4-FFF2-40B4-BE49-F238E27FC236}">
                      <a16:creationId xmlns:a16="http://schemas.microsoft.com/office/drawing/2014/main" id="{434E2836-7FD1-A938-D2BF-42E109DB1814}"/>
                    </a:ext>
                  </a:extLst>
                </p:cNvPr>
                <p:cNvCxnSpPr/>
                <p:nvPr/>
              </p:nvCxnSpPr>
              <p:spPr>
                <a:xfrm>
                  <a:off x="10464776" y="1711372"/>
                  <a:ext cx="0" cy="228970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Łącznik prosty 161">
                  <a:extLst>
                    <a:ext uri="{FF2B5EF4-FFF2-40B4-BE49-F238E27FC236}">
                      <a16:creationId xmlns:a16="http://schemas.microsoft.com/office/drawing/2014/main" id="{72F3D804-6C80-40E2-D66C-17EA0BAF30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58226" y="1676499"/>
                  <a:ext cx="0" cy="256593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Łącznik prosty 164">
                  <a:extLst>
                    <a:ext uri="{FF2B5EF4-FFF2-40B4-BE49-F238E27FC236}">
                      <a16:creationId xmlns:a16="http://schemas.microsoft.com/office/drawing/2014/main" id="{7DFA5879-A459-F10C-EF96-498B892C8E42}"/>
                    </a:ext>
                  </a:extLst>
                </p:cNvPr>
                <p:cNvCxnSpPr/>
                <p:nvPr/>
              </p:nvCxnSpPr>
              <p:spPr>
                <a:xfrm>
                  <a:off x="10690652" y="1711372"/>
                  <a:ext cx="0" cy="228970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8" name="Prostokąt: zaokrąglone rogi 167">
                  <a:extLst>
                    <a:ext uri="{FF2B5EF4-FFF2-40B4-BE49-F238E27FC236}">
                      <a16:creationId xmlns:a16="http://schemas.microsoft.com/office/drawing/2014/main" id="{F7624AD0-4AC3-5782-0D86-D811AC937DF8}"/>
                    </a:ext>
                  </a:extLst>
                </p:cNvPr>
                <p:cNvSpPr/>
                <p:nvPr/>
              </p:nvSpPr>
              <p:spPr>
                <a:xfrm>
                  <a:off x="8732939" y="1453043"/>
                  <a:ext cx="2910980" cy="131336"/>
                </a:xfrm>
                <a:prstGeom prst="roundRect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70" name="Łącznik prosty 169">
                  <a:extLst>
                    <a:ext uri="{FF2B5EF4-FFF2-40B4-BE49-F238E27FC236}">
                      <a16:creationId xmlns:a16="http://schemas.microsoft.com/office/drawing/2014/main" id="{408EC8A3-1115-8339-D558-2FD4164DDAB4}"/>
                    </a:ext>
                  </a:extLst>
                </p:cNvPr>
                <p:cNvCxnSpPr/>
                <p:nvPr/>
              </p:nvCxnSpPr>
              <p:spPr>
                <a:xfrm>
                  <a:off x="8913264" y="1711372"/>
                  <a:ext cx="0" cy="190067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6" name="Grupa 185">
              <a:extLst>
                <a:ext uri="{FF2B5EF4-FFF2-40B4-BE49-F238E27FC236}">
                  <a16:creationId xmlns:a16="http://schemas.microsoft.com/office/drawing/2014/main" id="{C727CC3B-472D-724C-1AC4-97918DAB73FD}"/>
                </a:ext>
              </a:extLst>
            </p:cNvPr>
            <p:cNvGrpSpPr/>
            <p:nvPr/>
          </p:nvGrpSpPr>
          <p:grpSpPr>
            <a:xfrm>
              <a:off x="11070167" y="1674388"/>
              <a:ext cx="578238" cy="709005"/>
              <a:chOff x="11070167" y="1674388"/>
              <a:chExt cx="578238" cy="709005"/>
            </a:xfrm>
          </p:grpSpPr>
          <p:cxnSp>
            <p:nvCxnSpPr>
              <p:cNvPr id="174" name="Łącznik prosty 173">
                <a:extLst>
                  <a:ext uri="{FF2B5EF4-FFF2-40B4-BE49-F238E27FC236}">
                    <a16:creationId xmlns:a16="http://schemas.microsoft.com/office/drawing/2014/main" id="{952A607C-9CF0-97CB-03D1-7D8ADF7848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53800" y="2116366"/>
                <a:ext cx="0" cy="267027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5" name="Prostokąt 174">
                <a:extLst>
                  <a:ext uri="{FF2B5EF4-FFF2-40B4-BE49-F238E27FC236}">
                    <a16:creationId xmlns:a16="http://schemas.microsoft.com/office/drawing/2014/main" id="{4909A4AD-C17B-2816-3DB5-6396E2BB988A}"/>
                  </a:ext>
                </a:extLst>
              </p:cNvPr>
              <p:cNvSpPr/>
              <p:nvPr/>
            </p:nvSpPr>
            <p:spPr>
              <a:xfrm>
                <a:off x="11070167" y="1674388"/>
                <a:ext cx="569733" cy="404558"/>
              </a:xfrm>
              <a:prstGeom prst="rect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7" name="Łącznik prosty 176">
                <a:extLst>
                  <a:ext uri="{FF2B5EF4-FFF2-40B4-BE49-F238E27FC236}">
                    <a16:creationId xmlns:a16="http://schemas.microsoft.com/office/drawing/2014/main" id="{33B85707-262B-3368-DC58-04B73DE6B07D}"/>
                  </a:ext>
                </a:extLst>
              </p:cNvPr>
              <p:cNvCxnSpPr>
                <a:stCxn id="175" idx="1"/>
                <a:endCxn id="175" idx="3"/>
              </p:cNvCxnSpPr>
              <p:nvPr/>
            </p:nvCxnSpPr>
            <p:spPr>
              <a:xfrm>
                <a:off x="11070167" y="1876667"/>
                <a:ext cx="569733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Łącznik prosty 178">
                <a:extLst>
                  <a:ext uri="{FF2B5EF4-FFF2-40B4-BE49-F238E27FC236}">
                    <a16:creationId xmlns:a16="http://schemas.microsoft.com/office/drawing/2014/main" id="{D63FD057-0513-E337-6B32-0D0BF13585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71643" y="1769377"/>
                <a:ext cx="569733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Łącznik prosty 184">
                <a:extLst>
                  <a:ext uri="{FF2B5EF4-FFF2-40B4-BE49-F238E27FC236}">
                    <a16:creationId xmlns:a16="http://schemas.microsoft.com/office/drawing/2014/main" id="{8369B590-62FC-9F69-171F-CB10843E14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78672" y="1984334"/>
                <a:ext cx="569733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3" name="pole tekstowe 192">
            <a:extLst>
              <a:ext uri="{FF2B5EF4-FFF2-40B4-BE49-F238E27FC236}">
                <a16:creationId xmlns:a16="http://schemas.microsoft.com/office/drawing/2014/main" id="{0BE673B8-EDB9-E3A6-07E2-7D5E0B11EEF1}"/>
              </a:ext>
            </a:extLst>
          </p:cNvPr>
          <p:cNvSpPr txBox="1"/>
          <p:nvPr/>
        </p:nvSpPr>
        <p:spPr>
          <a:xfrm>
            <a:off x="8617329" y="2513732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PRZYSTANEK</a:t>
            </a:r>
          </a:p>
        </p:txBody>
      </p:sp>
      <p:grpSp>
        <p:nvGrpSpPr>
          <p:cNvPr id="232" name="Grupa 231">
            <a:extLst>
              <a:ext uri="{FF2B5EF4-FFF2-40B4-BE49-F238E27FC236}">
                <a16:creationId xmlns:a16="http://schemas.microsoft.com/office/drawing/2014/main" id="{52529836-9C0A-7178-4246-1BB23E29C5AA}"/>
              </a:ext>
            </a:extLst>
          </p:cNvPr>
          <p:cNvGrpSpPr/>
          <p:nvPr/>
        </p:nvGrpSpPr>
        <p:grpSpPr>
          <a:xfrm>
            <a:off x="636403" y="3138426"/>
            <a:ext cx="2763648" cy="1163727"/>
            <a:chOff x="1057238" y="3167743"/>
            <a:chExt cx="2763648" cy="637467"/>
          </a:xfrm>
        </p:grpSpPr>
        <p:grpSp>
          <p:nvGrpSpPr>
            <p:cNvPr id="225" name="Grupa 224">
              <a:extLst>
                <a:ext uri="{FF2B5EF4-FFF2-40B4-BE49-F238E27FC236}">
                  <a16:creationId xmlns:a16="http://schemas.microsoft.com/office/drawing/2014/main" id="{4788F224-4ECF-5943-3E06-6F203D08858B}"/>
                </a:ext>
              </a:extLst>
            </p:cNvPr>
            <p:cNvGrpSpPr/>
            <p:nvPr/>
          </p:nvGrpSpPr>
          <p:grpSpPr>
            <a:xfrm>
              <a:off x="3282043" y="3167743"/>
              <a:ext cx="538843" cy="601430"/>
              <a:chOff x="3282043" y="3167743"/>
              <a:chExt cx="538843" cy="601430"/>
            </a:xfrm>
          </p:grpSpPr>
          <p:sp>
            <p:nvSpPr>
              <p:cNvPr id="223" name="Schemat blokowy: proces 222">
                <a:extLst>
                  <a:ext uri="{FF2B5EF4-FFF2-40B4-BE49-F238E27FC236}">
                    <a16:creationId xmlns:a16="http://schemas.microsoft.com/office/drawing/2014/main" id="{54FED183-3AB1-A6A8-2201-7D20776EDF46}"/>
                  </a:ext>
                </a:extLst>
              </p:cNvPr>
              <p:cNvSpPr/>
              <p:nvPr/>
            </p:nvSpPr>
            <p:spPr>
              <a:xfrm>
                <a:off x="3731079" y="3167743"/>
                <a:ext cx="89807" cy="601430"/>
              </a:xfrm>
              <a:prstGeom prst="flowChartProcess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Schemat blokowy: proces 223">
                <a:extLst>
                  <a:ext uri="{FF2B5EF4-FFF2-40B4-BE49-F238E27FC236}">
                    <a16:creationId xmlns:a16="http://schemas.microsoft.com/office/drawing/2014/main" id="{D6D5322E-64D3-17B7-E9BB-8786C3A86681}"/>
                  </a:ext>
                </a:extLst>
              </p:cNvPr>
              <p:cNvSpPr/>
              <p:nvPr/>
            </p:nvSpPr>
            <p:spPr>
              <a:xfrm>
                <a:off x="3282043" y="3184088"/>
                <a:ext cx="449036" cy="45719"/>
              </a:xfrm>
              <a:prstGeom prst="flowChartProcess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1" name="Grupa 230">
              <a:extLst>
                <a:ext uri="{FF2B5EF4-FFF2-40B4-BE49-F238E27FC236}">
                  <a16:creationId xmlns:a16="http://schemas.microsoft.com/office/drawing/2014/main" id="{F4238B45-7C98-43DE-5F10-518AB2B2B932}"/>
                </a:ext>
              </a:extLst>
            </p:cNvPr>
            <p:cNvGrpSpPr/>
            <p:nvPr/>
          </p:nvGrpSpPr>
          <p:grpSpPr>
            <a:xfrm>
              <a:off x="1057238" y="3393659"/>
              <a:ext cx="2606040" cy="411551"/>
              <a:chOff x="963385" y="3322688"/>
              <a:chExt cx="2489888" cy="513034"/>
            </a:xfrm>
          </p:grpSpPr>
          <p:grpSp>
            <p:nvGrpSpPr>
              <p:cNvPr id="226" name="Grupa 225">
                <a:extLst>
                  <a:ext uri="{FF2B5EF4-FFF2-40B4-BE49-F238E27FC236}">
                    <a16:creationId xmlns:a16="http://schemas.microsoft.com/office/drawing/2014/main" id="{FB366F54-E371-B173-AF48-F47879F980A0}"/>
                  </a:ext>
                </a:extLst>
              </p:cNvPr>
              <p:cNvGrpSpPr/>
              <p:nvPr/>
            </p:nvGrpSpPr>
            <p:grpSpPr>
              <a:xfrm>
                <a:off x="963386" y="3322688"/>
                <a:ext cx="2489887" cy="513034"/>
                <a:chOff x="672859" y="3478978"/>
                <a:chExt cx="2870093" cy="749889"/>
              </a:xfrm>
            </p:grpSpPr>
            <p:sp>
              <p:nvSpPr>
                <p:cNvPr id="194" name="Schemat blokowy: proces 193">
                  <a:extLst>
                    <a:ext uri="{FF2B5EF4-FFF2-40B4-BE49-F238E27FC236}">
                      <a16:creationId xmlns:a16="http://schemas.microsoft.com/office/drawing/2014/main" id="{644363F2-8BAB-A6B2-2E1F-6531A4BEE4D6}"/>
                    </a:ext>
                  </a:extLst>
                </p:cNvPr>
                <p:cNvSpPr/>
                <p:nvPr/>
              </p:nvSpPr>
              <p:spPr>
                <a:xfrm>
                  <a:off x="672859" y="3478978"/>
                  <a:ext cx="2833007" cy="749889"/>
                </a:xfrm>
                <a:prstGeom prst="flowChartProcess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96" name="Łącznik: zakrzywiony 195">
                  <a:extLst>
                    <a:ext uri="{FF2B5EF4-FFF2-40B4-BE49-F238E27FC236}">
                      <a16:creationId xmlns:a16="http://schemas.microsoft.com/office/drawing/2014/main" id="{4BE3BEA4-9C54-E684-138D-5D639FE77C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709945" y="4140799"/>
                  <a:ext cx="2833007" cy="12700"/>
                </a:xfrm>
                <a:prstGeom prst="curvedConnector5">
                  <a:avLst>
                    <a:gd name="adj1" fmla="val 17868"/>
                    <a:gd name="adj2" fmla="val 1152315"/>
                    <a:gd name="adj3" fmla="val 46973"/>
                  </a:avLst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Łącznik: zakrzywiony 221">
                  <a:extLst>
                    <a:ext uri="{FF2B5EF4-FFF2-40B4-BE49-F238E27FC236}">
                      <a16:creationId xmlns:a16="http://schemas.microsoft.com/office/drawing/2014/main" id="{0CC8F13C-AD3E-3376-0197-295C43A0C2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687705" y="3709441"/>
                  <a:ext cx="2833007" cy="12700"/>
                </a:xfrm>
                <a:prstGeom prst="curvedConnector5">
                  <a:avLst>
                    <a:gd name="adj1" fmla="val 17868"/>
                    <a:gd name="adj2" fmla="val 1538024"/>
                    <a:gd name="adj3" fmla="val 33717"/>
                  </a:avLst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6" name="Łącznik: zakrzywiony 205">
                <a:extLst>
                  <a:ext uri="{FF2B5EF4-FFF2-40B4-BE49-F238E27FC236}">
                    <a16:creationId xmlns:a16="http://schemas.microsoft.com/office/drawing/2014/main" id="{AE5CD85B-ABA4-1C89-648C-71F47500CC4F}"/>
                  </a:ext>
                </a:extLst>
              </p:cNvPr>
              <p:cNvCxnSpPr>
                <a:cxnSpLocks/>
                <a:stCxn id="194" idx="1"/>
              </p:cNvCxnSpPr>
              <p:nvPr/>
            </p:nvCxnSpPr>
            <p:spPr>
              <a:xfrm rot="10800000" flipH="1" flipV="1">
                <a:off x="963385" y="3579205"/>
                <a:ext cx="2471341" cy="70714"/>
              </a:xfrm>
              <a:prstGeom prst="curvedConnector5">
                <a:avLst>
                  <a:gd name="adj1" fmla="val 17179"/>
                  <a:gd name="adj2" fmla="val -27932"/>
                  <a:gd name="adj3" fmla="val 64045"/>
                </a:avLst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33" name="pole tekstowe 232">
            <a:extLst>
              <a:ext uri="{FF2B5EF4-FFF2-40B4-BE49-F238E27FC236}">
                <a16:creationId xmlns:a16="http://schemas.microsoft.com/office/drawing/2014/main" id="{11B1F7DA-0860-C3BF-904B-EB80FF5055C3}"/>
              </a:ext>
            </a:extLst>
          </p:cNvPr>
          <p:cNvSpPr txBox="1"/>
          <p:nvPr/>
        </p:nvSpPr>
        <p:spPr>
          <a:xfrm>
            <a:off x="500660" y="4469244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BASEN</a:t>
            </a:r>
          </a:p>
        </p:txBody>
      </p:sp>
      <p:grpSp>
        <p:nvGrpSpPr>
          <p:cNvPr id="252" name="Grupa 251">
            <a:extLst>
              <a:ext uri="{FF2B5EF4-FFF2-40B4-BE49-F238E27FC236}">
                <a16:creationId xmlns:a16="http://schemas.microsoft.com/office/drawing/2014/main" id="{81A5A762-299A-4330-BB6E-45FEDF636147}"/>
              </a:ext>
            </a:extLst>
          </p:cNvPr>
          <p:cNvGrpSpPr/>
          <p:nvPr/>
        </p:nvGrpSpPr>
        <p:grpSpPr>
          <a:xfrm>
            <a:off x="5360021" y="3174476"/>
            <a:ext cx="1279872" cy="1105717"/>
            <a:chOff x="4787886" y="3212241"/>
            <a:chExt cx="1488261" cy="1105717"/>
          </a:xfrm>
        </p:grpSpPr>
        <p:grpSp>
          <p:nvGrpSpPr>
            <p:cNvPr id="245" name="Grupa 244">
              <a:extLst>
                <a:ext uri="{FF2B5EF4-FFF2-40B4-BE49-F238E27FC236}">
                  <a16:creationId xmlns:a16="http://schemas.microsoft.com/office/drawing/2014/main" id="{A88276AA-4C95-C772-5D0C-E3E1F4CF15F0}"/>
                </a:ext>
              </a:extLst>
            </p:cNvPr>
            <p:cNvGrpSpPr/>
            <p:nvPr/>
          </p:nvGrpSpPr>
          <p:grpSpPr>
            <a:xfrm>
              <a:off x="4787886" y="3322468"/>
              <a:ext cx="1488261" cy="995490"/>
              <a:chOff x="4787886" y="3322468"/>
              <a:chExt cx="1488261" cy="995490"/>
            </a:xfrm>
          </p:grpSpPr>
          <p:grpSp>
            <p:nvGrpSpPr>
              <p:cNvPr id="236" name="Grupa 235">
                <a:extLst>
                  <a:ext uri="{FF2B5EF4-FFF2-40B4-BE49-F238E27FC236}">
                    <a16:creationId xmlns:a16="http://schemas.microsoft.com/office/drawing/2014/main" id="{67E82872-0494-0E9E-D311-59C1A38C46D8}"/>
                  </a:ext>
                </a:extLst>
              </p:cNvPr>
              <p:cNvGrpSpPr/>
              <p:nvPr/>
            </p:nvGrpSpPr>
            <p:grpSpPr>
              <a:xfrm>
                <a:off x="4787886" y="3322468"/>
                <a:ext cx="1488261" cy="995490"/>
                <a:chOff x="4530417" y="3395438"/>
                <a:chExt cx="1488261" cy="1210018"/>
              </a:xfrm>
            </p:grpSpPr>
            <p:sp>
              <p:nvSpPr>
                <p:cNvPr id="235" name="Schemat blokowy: proces 234">
                  <a:extLst>
                    <a:ext uri="{FF2B5EF4-FFF2-40B4-BE49-F238E27FC236}">
                      <a16:creationId xmlns:a16="http://schemas.microsoft.com/office/drawing/2014/main" id="{B0811DDD-F492-E8EF-43E8-7FC1CAABC71B}"/>
                    </a:ext>
                  </a:extLst>
                </p:cNvPr>
                <p:cNvSpPr/>
                <p:nvPr/>
              </p:nvSpPr>
              <p:spPr>
                <a:xfrm rot="20507084">
                  <a:off x="4530417" y="3395438"/>
                  <a:ext cx="1323375" cy="258395"/>
                </a:xfrm>
                <a:prstGeom prst="flowChartProcess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4" name="Schemat blokowy: proces 233">
                  <a:extLst>
                    <a:ext uri="{FF2B5EF4-FFF2-40B4-BE49-F238E27FC236}">
                      <a16:creationId xmlns:a16="http://schemas.microsoft.com/office/drawing/2014/main" id="{E69E18AB-F938-1B04-E339-64EEE53EC026}"/>
                    </a:ext>
                  </a:extLst>
                </p:cNvPr>
                <p:cNvSpPr/>
                <p:nvPr/>
              </p:nvSpPr>
              <p:spPr>
                <a:xfrm>
                  <a:off x="4550897" y="3682273"/>
                  <a:ext cx="1467781" cy="923183"/>
                </a:xfrm>
                <a:prstGeom prst="flowChartProcess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238" name="Łącznik prosty 237">
                <a:extLst>
                  <a:ext uri="{FF2B5EF4-FFF2-40B4-BE49-F238E27FC236}">
                    <a16:creationId xmlns:a16="http://schemas.microsoft.com/office/drawing/2014/main" id="{4D6F992E-F2B5-B099-7650-698B8D372A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366" y="3758192"/>
                <a:ext cx="1467781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0" name="Łącznik prosty 239">
                <a:extLst>
                  <a:ext uri="{FF2B5EF4-FFF2-40B4-BE49-F238E27FC236}">
                    <a16:creationId xmlns:a16="http://schemas.microsoft.com/office/drawing/2014/main" id="{C8EDDAFE-8E9D-BF12-897F-24B389445432}"/>
                  </a:ext>
                </a:extLst>
              </p:cNvPr>
              <p:cNvCxnSpPr>
                <a:stCxn id="234" idx="1"/>
                <a:endCxn id="234" idx="3"/>
              </p:cNvCxnSpPr>
              <p:nvPr/>
            </p:nvCxnSpPr>
            <p:spPr>
              <a:xfrm>
                <a:off x="4808366" y="3938204"/>
                <a:ext cx="1467781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4" name="Łącznik prosty 243">
                <a:extLst>
                  <a:ext uri="{FF2B5EF4-FFF2-40B4-BE49-F238E27FC236}">
                    <a16:creationId xmlns:a16="http://schemas.microsoft.com/office/drawing/2014/main" id="{621EDF25-E75E-C434-60C9-5E37152523AB}"/>
                  </a:ext>
                </a:extLst>
              </p:cNvPr>
              <p:cNvCxnSpPr/>
              <p:nvPr/>
            </p:nvCxnSpPr>
            <p:spPr>
              <a:xfrm>
                <a:off x="4848257" y="4139293"/>
                <a:ext cx="1427890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7" name="Łącznik prosty 246">
              <a:extLst>
                <a:ext uri="{FF2B5EF4-FFF2-40B4-BE49-F238E27FC236}">
                  <a16:creationId xmlns:a16="http://schemas.microsoft.com/office/drawing/2014/main" id="{3751D227-F56A-6361-03B0-25271D201916}"/>
                </a:ext>
              </a:extLst>
            </p:cNvPr>
            <p:cNvCxnSpPr/>
            <p:nvPr/>
          </p:nvCxnSpPr>
          <p:spPr>
            <a:xfrm>
              <a:off x="5116205" y="3429000"/>
              <a:ext cx="166088" cy="121846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Łącznik prosty 247">
              <a:extLst>
                <a:ext uri="{FF2B5EF4-FFF2-40B4-BE49-F238E27FC236}">
                  <a16:creationId xmlns:a16="http://schemas.microsoft.com/office/drawing/2014/main" id="{C8567633-B1EE-19F3-E121-CEB306B78667}"/>
                </a:ext>
              </a:extLst>
            </p:cNvPr>
            <p:cNvCxnSpPr/>
            <p:nvPr/>
          </p:nvCxnSpPr>
          <p:spPr>
            <a:xfrm>
              <a:off x="5316943" y="3385345"/>
              <a:ext cx="166088" cy="121846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Łącznik prosty 248">
              <a:extLst>
                <a:ext uri="{FF2B5EF4-FFF2-40B4-BE49-F238E27FC236}">
                  <a16:creationId xmlns:a16="http://schemas.microsoft.com/office/drawing/2014/main" id="{6D21D47B-C898-F9F6-B141-856FAEA7DC78}"/>
                </a:ext>
              </a:extLst>
            </p:cNvPr>
            <p:cNvCxnSpPr/>
            <p:nvPr/>
          </p:nvCxnSpPr>
          <p:spPr>
            <a:xfrm>
              <a:off x="5474900" y="3334087"/>
              <a:ext cx="166088" cy="121846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Łącznik prosty 249">
              <a:extLst>
                <a:ext uri="{FF2B5EF4-FFF2-40B4-BE49-F238E27FC236}">
                  <a16:creationId xmlns:a16="http://schemas.microsoft.com/office/drawing/2014/main" id="{94ED4669-684E-4160-EAC1-BEFBB9D5B7F8}"/>
                </a:ext>
              </a:extLst>
            </p:cNvPr>
            <p:cNvCxnSpPr/>
            <p:nvPr/>
          </p:nvCxnSpPr>
          <p:spPr>
            <a:xfrm>
              <a:off x="5635157" y="3281697"/>
              <a:ext cx="166088" cy="121846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Łącznik prosty 250">
              <a:extLst>
                <a:ext uri="{FF2B5EF4-FFF2-40B4-BE49-F238E27FC236}">
                  <a16:creationId xmlns:a16="http://schemas.microsoft.com/office/drawing/2014/main" id="{FDA53B31-C52C-A685-DF21-248595FC9E39}"/>
                </a:ext>
              </a:extLst>
            </p:cNvPr>
            <p:cNvCxnSpPr>
              <a:cxnSpLocks/>
            </p:cNvCxnSpPr>
            <p:nvPr/>
          </p:nvCxnSpPr>
          <p:spPr>
            <a:xfrm>
              <a:off x="5800611" y="3212241"/>
              <a:ext cx="236671" cy="173104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4" name="pole tekstowe 253">
            <a:extLst>
              <a:ext uri="{FF2B5EF4-FFF2-40B4-BE49-F238E27FC236}">
                <a16:creationId xmlns:a16="http://schemas.microsoft.com/office/drawing/2014/main" id="{94985FED-2B0B-132F-7B0F-7275BB797C7D}"/>
              </a:ext>
            </a:extLst>
          </p:cNvPr>
          <p:cNvSpPr txBox="1"/>
          <p:nvPr/>
        </p:nvSpPr>
        <p:spPr>
          <a:xfrm>
            <a:off x="4583395" y="4433924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KINO</a:t>
            </a:r>
          </a:p>
        </p:txBody>
      </p:sp>
      <p:grpSp>
        <p:nvGrpSpPr>
          <p:cNvPr id="289" name="Grupa 288">
            <a:extLst>
              <a:ext uri="{FF2B5EF4-FFF2-40B4-BE49-F238E27FC236}">
                <a16:creationId xmlns:a16="http://schemas.microsoft.com/office/drawing/2014/main" id="{C4DF0992-A8D2-1BC4-0D2D-851A1F44C205}"/>
              </a:ext>
            </a:extLst>
          </p:cNvPr>
          <p:cNvGrpSpPr/>
          <p:nvPr/>
        </p:nvGrpSpPr>
        <p:grpSpPr>
          <a:xfrm>
            <a:off x="8900096" y="3167057"/>
            <a:ext cx="1960101" cy="1059585"/>
            <a:chOff x="8922892" y="3249431"/>
            <a:chExt cx="1960101" cy="1030762"/>
          </a:xfrm>
        </p:grpSpPr>
        <p:sp>
          <p:nvSpPr>
            <p:cNvPr id="270" name="Prostokąt 269">
              <a:extLst>
                <a:ext uri="{FF2B5EF4-FFF2-40B4-BE49-F238E27FC236}">
                  <a16:creationId xmlns:a16="http://schemas.microsoft.com/office/drawing/2014/main" id="{B0947969-036D-2866-7923-09BD860528E8}"/>
                </a:ext>
              </a:extLst>
            </p:cNvPr>
            <p:cNvSpPr/>
            <p:nvPr/>
          </p:nvSpPr>
          <p:spPr>
            <a:xfrm>
              <a:off x="8997043" y="3720427"/>
              <a:ext cx="48986" cy="55976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81" name="Prostokąt 280">
              <a:extLst>
                <a:ext uri="{FF2B5EF4-FFF2-40B4-BE49-F238E27FC236}">
                  <a16:creationId xmlns:a16="http://schemas.microsoft.com/office/drawing/2014/main" id="{5BAF6EA9-5655-523E-5292-D0E5C7C1B080}"/>
                </a:ext>
              </a:extLst>
            </p:cNvPr>
            <p:cNvSpPr/>
            <p:nvPr/>
          </p:nvSpPr>
          <p:spPr>
            <a:xfrm>
              <a:off x="10798629" y="3698393"/>
              <a:ext cx="48986" cy="581799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82" name="Prostokąt: zaokrąglone rogi 281">
              <a:extLst>
                <a:ext uri="{FF2B5EF4-FFF2-40B4-BE49-F238E27FC236}">
                  <a16:creationId xmlns:a16="http://schemas.microsoft.com/office/drawing/2014/main" id="{698B6B12-2492-28C7-D8C5-8505FD06DA3B}"/>
                </a:ext>
              </a:extLst>
            </p:cNvPr>
            <p:cNvSpPr/>
            <p:nvPr/>
          </p:nvSpPr>
          <p:spPr>
            <a:xfrm>
              <a:off x="8997043" y="3641676"/>
              <a:ext cx="1885950" cy="45719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83" name="Prostokąt: zaokrąglone rogi 282">
              <a:extLst>
                <a:ext uri="{FF2B5EF4-FFF2-40B4-BE49-F238E27FC236}">
                  <a16:creationId xmlns:a16="http://schemas.microsoft.com/office/drawing/2014/main" id="{8DA1F65D-A8B1-4B10-82C9-F319BDDFE0BF}"/>
                </a:ext>
              </a:extLst>
            </p:cNvPr>
            <p:cNvSpPr/>
            <p:nvPr/>
          </p:nvSpPr>
          <p:spPr>
            <a:xfrm rot="20427253">
              <a:off x="8922892" y="3249431"/>
              <a:ext cx="45719" cy="425902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84" name="Schemat blokowy: łącznik 283">
              <a:extLst>
                <a:ext uri="{FF2B5EF4-FFF2-40B4-BE49-F238E27FC236}">
                  <a16:creationId xmlns:a16="http://schemas.microsoft.com/office/drawing/2014/main" id="{8CEDC066-CC43-C595-4C39-D6CCBF4A170C}"/>
                </a:ext>
              </a:extLst>
            </p:cNvPr>
            <p:cNvSpPr/>
            <p:nvPr/>
          </p:nvSpPr>
          <p:spPr>
            <a:xfrm>
              <a:off x="9038539" y="3390994"/>
              <a:ext cx="172410" cy="193601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88" name="Schemat blokowy: proces 287">
              <a:extLst>
                <a:ext uri="{FF2B5EF4-FFF2-40B4-BE49-F238E27FC236}">
                  <a16:creationId xmlns:a16="http://schemas.microsoft.com/office/drawing/2014/main" id="{3E43829A-E7F6-F9D2-1B4A-5C5388693623}"/>
                </a:ext>
              </a:extLst>
            </p:cNvPr>
            <p:cNvSpPr/>
            <p:nvPr/>
          </p:nvSpPr>
          <p:spPr>
            <a:xfrm>
              <a:off x="9276733" y="3347580"/>
              <a:ext cx="1570882" cy="294096"/>
            </a:xfrm>
            <a:prstGeom prst="flowChartProcess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sp>
        <p:nvSpPr>
          <p:cNvPr id="290" name="pole tekstowe 289">
            <a:extLst>
              <a:ext uri="{FF2B5EF4-FFF2-40B4-BE49-F238E27FC236}">
                <a16:creationId xmlns:a16="http://schemas.microsoft.com/office/drawing/2014/main" id="{61920D92-298E-68C9-9B39-807224907584}"/>
              </a:ext>
            </a:extLst>
          </p:cNvPr>
          <p:cNvSpPr txBox="1"/>
          <p:nvPr/>
        </p:nvSpPr>
        <p:spPr>
          <a:xfrm>
            <a:off x="8709035" y="4524028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SYPIALNIA</a:t>
            </a:r>
          </a:p>
        </p:txBody>
      </p:sp>
      <p:grpSp>
        <p:nvGrpSpPr>
          <p:cNvPr id="297" name="Grupa 296">
            <a:extLst>
              <a:ext uri="{FF2B5EF4-FFF2-40B4-BE49-F238E27FC236}">
                <a16:creationId xmlns:a16="http://schemas.microsoft.com/office/drawing/2014/main" id="{F8DC97FB-12EC-422F-8C1D-8ADBFB6ED238}"/>
              </a:ext>
            </a:extLst>
          </p:cNvPr>
          <p:cNvGrpSpPr/>
          <p:nvPr/>
        </p:nvGrpSpPr>
        <p:grpSpPr>
          <a:xfrm>
            <a:off x="1546757" y="4891292"/>
            <a:ext cx="1180907" cy="1104205"/>
            <a:chOff x="1372499" y="4826409"/>
            <a:chExt cx="1180907" cy="1104205"/>
          </a:xfrm>
        </p:grpSpPr>
        <p:sp>
          <p:nvSpPr>
            <p:cNvPr id="291" name="Odcinek koła 290">
              <a:extLst>
                <a:ext uri="{FF2B5EF4-FFF2-40B4-BE49-F238E27FC236}">
                  <a16:creationId xmlns:a16="http://schemas.microsoft.com/office/drawing/2014/main" id="{4D3DC06F-5987-38AB-60A5-989E3A278FBE}"/>
                </a:ext>
              </a:extLst>
            </p:cNvPr>
            <p:cNvSpPr/>
            <p:nvPr/>
          </p:nvSpPr>
          <p:spPr>
            <a:xfrm rot="17441231">
              <a:off x="1284121" y="4914787"/>
              <a:ext cx="1091155" cy="914400"/>
            </a:xfrm>
            <a:prstGeom prst="chord">
              <a:avLst>
                <a:gd name="adj1" fmla="val 2700000"/>
                <a:gd name="adj2" fmla="val 16689998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92" name="Łuk blokowy 291">
              <a:extLst>
                <a:ext uri="{FF2B5EF4-FFF2-40B4-BE49-F238E27FC236}">
                  <a16:creationId xmlns:a16="http://schemas.microsoft.com/office/drawing/2014/main" id="{C97B0B01-761F-EEC7-5AD2-9D4CDAB43B43}"/>
                </a:ext>
              </a:extLst>
            </p:cNvPr>
            <p:cNvSpPr/>
            <p:nvPr/>
          </p:nvSpPr>
          <p:spPr>
            <a:xfrm rot="6732528">
              <a:off x="1988841" y="5366049"/>
              <a:ext cx="704016" cy="425114"/>
            </a:xfrm>
            <a:custGeom>
              <a:avLst/>
              <a:gdLst>
                <a:gd name="connsiteX0" fmla="*/ 0 w 683038"/>
                <a:gd name="connsiteY0" fmla="*/ 329509 h 659018"/>
                <a:gd name="connsiteX1" fmla="*/ 341519 w 683038"/>
                <a:gd name="connsiteY1" fmla="*/ 0 h 659018"/>
                <a:gd name="connsiteX2" fmla="*/ 683038 w 683038"/>
                <a:gd name="connsiteY2" fmla="*/ 329509 h 659018"/>
                <a:gd name="connsiteX3" fmla="*/ 518284 w 683038"/>
                <a:gd name="connsiteY3" fmla="*/ 329509 h 659018"/>
                <a:gd name="connsiteX4" fmla="*/ 341519 w 683038"/>
                <a:gd name="connsiteY4" fmla="*/ 164754 h 659018"/>
                <a:gd name="connsiteX5" fmla="*/ 164754 w 683038"/>
                <a:gd name="connsiteY5" fmla="*/ 329509 h 659018"/>
                <a:gd name="connsiteX6" fmla="*/ 0 w 683038"/>
                <a:gd name="connsiteY6" fmla="*/ 329509 h 659018"/>
                <a:gd name="connsiteX0" fmla="*/ 0 w 679328"/>
                <a:gd name="connsiteY0" fmla="*/ 426070 h 426070"/>
                <a:gd name="connsiteX1" fmla="*/ 337809 w 679328"/>
                <a:gd name="connsiteY1" fmla="*/ 1073 h 426070"/>
                <a:gd name="connsiteX2" fmla="*/ 679328 w 679328"/>
                <a:gd name="connsiteY2" fmla="*/ 330582 h 426070"/>
                <a:gd name="connsiteX3" fmla="*/ 514574 w 679328"/>
                <a:gd name="connsiteY3" fmla="*/ 330582 h 426070"/>
                <a:gd name="connsiteX4" fmla="*/ 337809 w 679328"/>
                <a:gd name="connsiteY4" fmla="*/ 165827 h 426070"/>
                <a:gd name="connsiteX5" fmla="*/ 161044 w 679328"/>
                <a:gd name="connsiteY5" fmla="*/ 330582 h 426070"/>
                <a:gd name="connsiteX6" fmla="*/ 0 w 679328"/>
                <a:gd name="connsiteY6" fmla="*/ 426070 h 426070"/>
                <a:gd name="connsiteX0" fmla="*/ 0 w 704016"/>
                <a:gd name="connsiteY0" fmla="*/ 425114 h 425114"/>
                <a:gd name="connsiteX1" fmla="*/ 337809 w 704016"/>
                <a:gd name="connsiteY1" fmla="*/ 117 h 425114"/>
                <a:gd name="connsiteX2" fmla="*/ 704016 w 704016"/>
                <a:gd name="connsiteY2" fmla="*/ 390096 h 425114"/>
                <a:gd name="connsiteX3" fmla="*/ 514574 w 704016"/>
                <a:gd name="connsiteY3" fmla="*/ 329626 h 425114"/>
                <a:gd name="connsiteX4" fmla="*/ 337809 w 704016"/>
                <a:gd name="connsiteY4" fmla="*/ 164871 h 425114"/>
                <a:gd name="connsiteX5" fmla="*/ 161044 w 704016"/>
                <a:gd name="connsiteY5" fmla="*/ 329626 h 425114"/>
                <a:gd name="connsiteX6" fmla="*/ 0 w 704016"/>
                <a:gd name="connsiteY6" fmla="*/ 425114 h 425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4016" h="425114">
                  <a:moveTo>
                    <a:pt x="0" y="425114"/>
                  </a:moveTo>
                  <a:cubicBezTo>
                    <a:pt x="0" y="243131"/>
                    <a:pt x="220473" y="5953"/>
                    <a:pt x="337809" y="117"/>
                  </a:cubicBezTo>
                  <a:cubicBezTo>
                    <a:pt x="455145" y="-5719"/>
                    <a:pt x="704016" y="208113"/>
                    <a:pt x="704016" y="390096"/>
                  </a:cubicBezTo>
                  <a:lnTo>
                    <a:pt x="514574" y="329626"/>
                  </a:lnTo>
                  <a:cubicBezTo>
                    <a:pt x="514574" y="238634"/>
                    <a:pt x="435434" y="164871"/>
                    <a:pt x="337809" y="164871"/>
                  </a:cubicBezTo>
                  <a:cubicBezTo>
                    <a:pt x="240184" y="164871"/>
                    <a:pt x="161044" y="238634"/>
                    <a:pt x="161044" y="329626"/>
                  </a:cubicBezTo>
                  <a:cubicBezTo>
                    <a:pt x="106126" y="329626"/>
                    <a:pt x="54918" y="425114"/>
                    <a:pt x="0" y="425114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93" name="Łza 292">
              <a:extLst>
                <a:ext uri="{FF2B5EF4-FFF2-40B4-BE49-F238E27FC236}">
                  <a16:creationId xmlns:a16="http://schemas.microsoft.com/office/drawing/2014/main" id="{0C81CCD7-5F48-548B-2D8E-B614B907E028}"/>
                </a:ext>
              </a:extLst>
            </p:cNvPr>
            <p:cNvSpPr/>
            <p:nvPr/>
          </p:nvSpPr>
          <p:spPr>
            <a:xfrm rot="19642736">
              <a:off x="1655657" y="5371987"/>
              <a:ext cx="262990" cy="313076"/>
            </a:xfrm>
            <a:prstGeom prst="teardrop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cxnSp>
          <p:nvCxnSpPr>
            <p:cNvPr id="295" name="Łącznik prosty 294">
              <a:extLst>
                <a:ext uri="{FF2B5EF4-FFF2-40B4-BE49-F238E27FC236}">
                  <a16:creationId xmlns:a16="http://schemas.microsoft.com/office/drawing/2014/main" id="{F36EE162-24A1-92E9-80F7-5166273B90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6770" y="5385257"/>
              <a:ext cx="45009" cy="346084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8" name="pole tekstowe 297">
            <a:extLst>
              <a:ext uri="{FF2B5EF4-FFF2-40B4-BE49-F238E27FC236}">
                <a16:creationId xmlns:a16="http://schemas.microsoft.com/office/drawing/2014/main" id="{935E95E9-70CC-F915-BFC9-401993490AD1}"/>
              </a:ext>
            </a:extLst>
          </p:cNvPr>
          <p:cNvSpPr txBox="1"/>
          <p:nvPr/>
        </p:nvSpPr>
        <p:spPr>
          <a:xfrm>
            <a:off x="670079" y="6173664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KAWIARNIA</a:t>
            </a:r>
          </a:p>
        </p:txBody>
      </p:sp>
      <p:sp>
        <p:nvSpPr>
          <p:cNvPr id="299" name="pole tekstowe 298">
            <a:extLst>
              <a:ext uri="{FF2B5EF4-FFF2-40B4-BE49-F238E27FC236}">
                <a16:creationId xmlns:a16="http://schemas.microsoft.com/office/drawing/2014/main" id="{7015B591-E709-3F48-9317-76EFFFCFBBC8}"/>
              </a:ext>
            </a:extLst>
          </p:cNvPr>
          <p:cNvSpPr txBox="1"/>
          <p:nvPr/>
        </p:nvSpPr>
        <p:spPr>
          <a:xfrm>
            <a:off x="4339348" y="6239997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INNE MIEJSCE</a:t>
            </a:r>
          </a:p>
        </p:txBody>
      </p:sp>
      <p:grpSp>
        <p:nvGrpSpPr>
          <p:cNvPr id="302" name="Grupa 301">
            <a:extLst>
              <a:ext uri="{FF2B5EF4-FFF2-40B4-BE49-F238E27FC236}">
                <a16:creationId xmlns:a16="http://schemas.microsoft.com/office/drawing/2014/main" id="{AD32B16D-2A17-50A8-3F59-AAACB9E204EA}"/>
              </a:ext>
            </a:extLst>
          </p:cNvPr>
          <p:cNvGrpSpPr/>
          <p:nvPr/>
        </p:nvGrpSpPr>
        <p:grpSpPr>
          <a:xfrm>
            <a:off x="9408481" y="5036191"/>
            <a:ext cx="1126961" cy="979160"/>
            <a:chOff x="9408479" y="5036190"/>
            <a:chExt cx="1126961" cy="1320934"/>
          </a:xfrm>
        </p:grpSpPr>
        <p:sp>
          <p:nvSpPr>
            <p:cNvPr id="300" name="Łuk blokowy 299">
              <a:extLst>
                <a:ext uri="{FF2B5EF4-FFF2-40B4-BE49-F238E27FC236}">
                  <a16:creationId xmlns:a16="http://schemas.microsoft.com/office/drawing/2014/main" id="{A89CB5F6-1BAA-DEE9-0EE7-0F38D57E8DE9}"/>
                </a:ext>
              </a:extLst>
            </p:cNvPr>
            <p:cNvSpPr/>
            <p:nvPr/>
          </p:nvSpPr>
          <p:spPr>
            <a:xfrm rot="5400000">
              <a:off x="9419742" y="5094475"/>
              <a:ext cx="1173984" cy="1057413"/>
            </a:xfrm>
            <a:prstGeom prst="blockArc">
              <a:avLst>
                <a:gd name="adj1" fmla="val 5763165"/>
                <a:gd name="adj2" fmla="val 0"/>
                <a:gd name="adj3" fmla="val 25000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301" name="Trójkąt równoramienny 300">
              <a:extLst>
                <a:ext uri="{FF2B5EF4-FFF2-40B4-BE49-F238E27FC236}">
                  <a16:creationId xmlns:a16="http://schemas.microsoft.com/office/drawing/2014/main" id="{52C609D1-C90B-1DE4-C34F-99BA38BEAC07}"/>
                </a:ext>
              </a:extLst>
            </p:cNvPr>
            <p:cNvSpPr/>
            <p:nvPr/>
          </p:nvSpPr>
          <p:spPr>
            <a:xfrm rot="16200000">
              <a:off x="9403785" y="5772262"/>
              <a:ext cx="589556" cy="580168"/>
            </a:xfrm>
            <a:prstGeom prst="triangl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sp>
        <p:nvSpPr>
          <p:cNvPr id="303" name="pole tekstowe 302">
            <a:extLst>
              <a:ext uri="{FF2B5EF4-FFF2-40B4-BE49-F238E27FC236}">
                <a16:creationId xmlns:a16="http://schemas.microsoft.com/office/drawing/2014/main" id="{9892790A-FA14-35E9-338F-B91285ED22EF}"/>
              </a:ext>
            </a:extLst>
          </p:cNvPr>
          <p:cNvSpPr txBox="1"/>
          <p:nvPr/>
        </p:nvSpPr>
        <p:spPr>
          <a:xfrm>
            <a:off x="8614201" y="6303490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POWRÓT</a:t>
            </a:r>
          </a:p>
        </p:txBody>
      </p:sp>
    </p:spTree>
    <p:extLst>
      <p:ext uri="{BB962C8B-B14F-4D97-AF65-F5344CB8AC3E}">
        <p14:creationId xmlns:p14="http://schemas.microsoft.com/office/powerpoint/2010/main" val="84663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99F3C4-D28C-204C-59CD-63CF26B2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51" y="-994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l-PL" sz="5400" b="1" u="sng" dirty="0"/>
              <a:t>Emocje cz. 1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0E2C3A53-3C64-E35C-E500-DAB23F5295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307186"/>
              </p:ext>
            </p:extLst>
          </p:nvPr>
        </p:nvGraphicFramePr>
        <p:xfrm>
          <a:off x="212272" y="1020537"/>
          <a:ext cx="11797392" cy="493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2464">
                  <a:extLst>
                    <a:ext uri="{9D8B030D-6E8A-4147-A177-3AD203B41FA5}">
                      <a16:colId xmlns:a16="http://schemas.microsoft.com/office/drawing/2014/main" val="3267669392"/>
                    </a:ext>
                  </a:extLst>
                </a:gridCol>
                <a:gridCol w="3932464">
                  <a:extLst>
                    <a:ext uri="{9D8B030D-6E8A-4147-A177-3AD203B41FA5}">
                      <a16:colId xmlns:a16="http://schemas.microsoft.com/office/drawing/2014/main" val="2949124334"/>
                    </a:ext>
                  </a:extLst>
                </a:gridCol>
                <a:gridCol w="3932464">
                  <a:extLst>
                    <a:ext uri="{9D8B030D-6E8A-4147-A177-3AD203B41FA5}">
                      <a16:colId xmlns:a16="http://schemas.microsoft.com/office/drawing/2014/main" val="2568080620"/>
                    </a:ext>
                  </a:extLst>
                </a:gridCol>
              </a:tblGrid>
              <a:tr h="1643743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144332"/>
                  </a:ext>
                </a:extLst>
              </a:tr>
              <a:tr h="1643743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861082"/>
                  </a:ext>
                </a:extLst>
              </a:tr>
              <a:tr h="1643743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9600" dirty="0">
                          <a:latin typeface="Arial Black" panose="020B0A04020102020204" pitchFamily="34" charset="0"/>
                        </a:rPr>
                        <a:t>   ?</a:t>
                      </a:r>
                      <a:endParaRPr lang="pl-PL" sz="96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858162"/>
                  </a:ext>
                </a:extLst>
              </a:tr>
            </a:tbl>
          </a:graphicData>
        </a:graphic>
      </p:graphicFrame>
      <p:grpSp>
        <p:nvGrpSpPr>
          <p:cNvPr id="86" name="Grupa 85">
            <a:extLst>
              <a:ext uri="{FF2B5EF4-FFF2-40B4-BE49-F238E27FC236}">
                <a16:creationId xmlns:a16="http://schemas.microsoft.com/office/drawing/2014/main" id="{23702135-CEC0-11F9-F82E-5878034500AF}"/>
              </a:ext>
            </a:extLst>
          </p:cNvPr>
          <p:cNvGrpSpPr/>
          <p:nvPr/>
        </p:nvGrpSpPr>
        <p:grpSpPr>
          <a:xfrm>
            <a:off x="1567545" y="4428558"/>
            <a:ext cx="930729" cy="947057"/>
            <a:chOff x="1567543" y="4428557"/>
            <a:chExt cx="930729" cy="947057"/>
          </a:xfrm>
        </p:grpSpPr>
        <p:grpSp>
          <p:nvGrpSpPr>
            <p:cNvPr id="25" name="Grupa 24">
              <a:extLst>
                <a:ext uri="{FF2B5EF4-FFF2-40B4-BE49-F238E27FC236}">
                  <a16:creationId xmlns:a16="http://schemas.microsoft.com/office/drawing/2014/main" id="{3888506C-33EE-8ECB-E443-71412694FBF3}"/>
                </a:ext>
              </a:extLst>
            </p:cNvPr>
            <p:cNvGrpSpPr/>
            <p:nvPr/>
          </p:nvGrpSpPr>
          <p:grpSpPr>
            <a:xfrm>
              <a:off x="1567543" y="4428557"/>
              <a:ext cx="930729" cy="947057"/>
              <a:chOff x="1355271" y="1151164"/>
              <a:chExt cx="930729" cy="947057"/>
            </a:xfrm>
          </p:grpSpPr>
          <p:sp>
            <p:nvSpPr>
              <p:cNvPr id="26" name="Owal 25">
                <a:extLst>
                  <a:ext uri="{FF2B5EF4-FFF2-40B4-BE49-F238E27FC236}">
                    <a16:creationId xmlns:a16="http://schemas.microsoft.com/office/drawing/2014/main" id="{34041712-5449-0DEE-A781-EB04E4537FC5}"/>
                  </a:ext>
                </a:extLst>
              </p:cNvPr>
              <p:cNvSpPr/>
              <p:nvPr/>
            </p:nvSpPr>
            <p:spPr>
              <a:xfrm>
                <a:off x="1355271" y="1151164"/>
                <a:ext cx="930729" cy="947057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Schemat blokowy: łącznik 26">
                <a:extLst>
                  <a:ext uri="{FF2B5EF4-FFF2-40B4-BE49-F238E27FC236}">
                    <a16:creationId xmlns:a16="http://schemas.microsoft.com/office/drawing/2014/main" id="{4F54A1B6-145D-28AC-F742-C79A3FD5C65A}"/>
                  </a:ext>
                </a:extLst>
              </p:cNvPr>
              <p:cNvSpPr/>
              <p:nvPr/>
            </p:nvSpPr>
            <p:spPr>
              <a:xfrm>
                <a:off x="1506308" y="1403178"/>
                <a:ext cx="201385" cy="211478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Schemat blokowy: łącznik 27">
                <a:extLst>
                  <a:ext uri="{FF2B5EF4-FFF2-40B4-BE49-F238E27FC236}">
                    <a16:creationId xmlns:a16="http://schemas.microsoft.com/office/drawing/2014/main" id="{149FD1A0-39A0-DC24-F39A-BA8913FAADF6}"/>
                  </a:ext>
                </a:extLst>
              </p:cNvPr>
              <p:cNvSpPr/>
              <p:nvPr/>
            </p:nvSpPr>
            <p:spPr>
              <a:xfrm>
                <a:off x="1910440" y="1403178"/>
                <a:ext cx="201384" cy="211477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1" name="Dowolny kształt: kształt 80">
              <a:extLst>
                <a:ext uri="{FF2B5EF4-FFF2-40B4-BE49-F238E27FC236}">
                  <a16:creationId xmlns:a16="http://schemas.microsoft.com/office/drawing/2014/main" id="{04F95BE2-11A4-C091-028C-A9F8C9E7CCF2}"/>
                </a:ext>
              </a:extLst>
            </p:cNvPr>
            <p:cNvSpPr/>
            <p:nvPr/>
          </p:nvSpPr>
          <p:spPr>
            <a:xfrm>
              <a:off x="1707692" y="5001516"/>
              <a:ext cx="666394" cy="88210"/>
            </a:xfrm>
            <a:custGeom>
              <a:avLst/>
              <a:gdLst>
                <a:gd name="connsiteX0" fmla="*/ 34072 w 666394"/>
                <a:gd name="connsiteY0" fmla="*/ 87113 h 88210"/>
                <a:gd name="connsiteX1" fmla="*/ 640951 w 666394"/>
                <a:gd name="connsiteY1" fmla="*/ 57177 h 88210"/>
                <a:gd name="connsiteX2" fmla="*/ 545701 w 666394"/>
                <a:gd name="connsiteY2" fmla="*/ 5470 h 88210"/>
                <a:gd name="connsiteX3" fmla="*/ 483108 w 666394"/>
                <a:gd name="connsiteY3" fmla="*/ 49013 h 88210"/>
                <a:gd name="connsiteX4" fmla="*/ 401465 w 666394"/>
                <a:gd name="connsiteY4" fmla="*/ 27 h 88210"/>
                <a:gd name="connsiteX5" fmla="*/ 333430 w 666394"/>
                <a:gd name="connsiteY5" fmla="*/ 57177 h 88210"/>
                <a:gd name="connsiteX6" fmla="*/ 240901 w 666394"/>
                <a:gd name="connsiteY6" fmla="*/ 16356 h 88210"/>
                <a:gd name="connsiteX7" fmla="*/ 194637 w 666394"/>
                <a:gd name="connsiteY7" fmla="*/ 54456 h 88210"/>
                <a:gd name="connsiteX8" fmla="*/ 85780 w 666394"/>
                <a:gd name="connsiteY8" fmla="*/ 19077 h 88210"/>
                <a:gd name="connsiteX9" fmla="*/ 34072 w 666394"/>
                <a:gd name="connsiteY9" fmla="*/ 87113 h 88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394" h="88210">
                  <a:moveTo>
                    <a:pt x="34072" y="87113"/>
                  </a:moveTo>
                  <a:cubicBezTo>
                    <a:pt x="126600" y="93463"/>
                    <a:pt x="555680" y="70784"/>
                    <a:pt x="640951" y="57177"/>
                  </a:cubicBezTo>
                  <a:cubicBezTo>
                    <a:pt x="726223" y="43570"/>
                    <a:pt x="572008" y="6831"/>
                    <a:pt x="545701" y="5470"/>
                  </a:cubicBezTo>
                  <a:cubicBezTo>
                    <a:pt x="519394" y="4109"/>
                    <a:pt x="507147" y="49920"/>
                    <a:pt x="483108" y="49013"/>
                  </a:cubicBezTo>
                  <a:cubicBezTo>
                    <a:pt x="459069" y="48106"/>
                    <a:pt x="426411" y="-1334"/>
                    <a:pt x="401465" y="27"/>
                  </a:cubicBezTo>
                  <a:cubicBezTo>
                    <a:pt x="376519" y="1388"/>
                    <a:pt x="360191" y="54455"/>
                    <a:pt x="333430" y="57177"/>
                  </a:cubicBezTo>
                  <a:cubicBezTo>
                    <a:pt x="306669" y="59898"/>
                    <a:pt x="264033" y="16809"/>
                    <a:pt x="240901" y="16356"/>
                  </a:cubicBezTo>
                  <a:cubicBezTo>
                    <a:pt x="217769" y="15903"/>
                    <a:pt x="220491" y="54002"/>
                    <a:pt x="194637" y="54456"/>
                  </a:cubicBezTo>
                  <a:cubicBezTo>
                    <a:pt x="168784" y="54909"/>
                    <a:pt x="107098" y="18170"/>
                    <a:pt x="85780" y="19077"/>
                  </a:cubicBezTo>
                  <a:cubicBezTo>
                    <a:pt x="64462" y="19984"/>
                    <a:pt x="-58456" y="80763"/>
                    <a:pt x="34072" y="87113"/>
                  </a:cubicBezTo>
                  <a:close/>
                </a:path>
              </a:pathLst>
            </a:cu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cxnSp>
          <p:nvCxnSpPr>
            <p:cNvPr id="83" name="Łącznik prosty 82">
              <a:extLst>
                <a:ext uri="{FF2B5EF4-FFF2-40B4-BE49-F238E27FC236}">
                  <a16:creationId xmlns:a16="http://schemas.microsoft.com/office/drawing/2014/main" id="{FD9CB661-0DE8-661D-77AF-BF67CC2A1139}"/>
                </a:ext>
              </a:extLst>
            </p:cNvPr>
            <p:cNvCxnSpPr>
              <a:stCxn id="26" idx="1"/>
            </p:cNvCxnSpPr>
            <p:nvPr/>
          </p:nvCxnSpPr>
          <p:spPr>
            <a:xfrm flipV="1">
              <a:off x="1703845" y="4555671"/>
              <a:ext cx="269191" cy="11579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Łącznik prosty 84">
              <a:extLst>
                <a:ext uri="{FF2B5EF4-FFF2-40B4-BE49-F238E27FC236}">
                  <a16:creationId xmlns:a16="http://schemas.microsoft.com/office/drawing/2014/main" id="{74120E52-C9AE-539D-0BB1-E6341273C142}"/>
                </a:ext>
              </a:extLst>
            </p:cNvPr>
            <p:cNvCxnSpPr>
              <a:endCxn id="26" idx="7"/>
            </p:cNvCxnSpPr>
            <p:nvPr/>
          </p:nvCxnSpPr>
          <p:spPr>
            <a:xfrm>
              <a:off x="2077808" y="4547507"/>
              <a:ext cx="284162" cy="1974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upa 42">
            <a:extLst>
              <a:ext uri="{FF2B5EF4-FFF2-40B4-BE49-F238E27FC236}">
                <a16:creationId xmlns:a16="http://schemas.microsoft.com/office/drawing/2014/main" id="{D6614816-C7A4-F481-C1F9-BBB70577F3F6}"/>
              </a:ext>
            </a:extLst>
          </p:cNvPr>
          <p:cNvGrpSpPr/>
          <p:nvPr/>
        </p:nvGrpSpPr>
        <p:grpSpPr>
          <a:xfrm>
            <a:off x="1461406" y="1167493"/>
            <a:ext cx="930729" cy="947057"/>
            <a:chOff x="1461405" y="1167492"/>
            <a:chExt cx="930729" cy="947057"/>
          </a:xfrm>
        </p:grpSpPr>
        <p:grpSp>
          <p:nvGrpSpPr>
            <p:cNvPr id="42" name="Grupa 41">
              <a:extLst>
                <a:ext uri="{FF2B5EF4-FFF2-40B4-BE49-F238E27FC236}">
                  <a16:creationId xmlns:a16="http://schemas.microsoft.com/office/drawing/2014/main" id="{54BD3D80-4A84-2927-01AB-900023FEC8F5}"/>
                </a:ext>
              </a:extLst>
            </p:cNvPr>
            <p:cNvGrpSpPr/>
            <p:nvPr/>
          </p:nvGrpSpPr>
          <p:grpSpPr>
            <a:xfrm>
              <a:off x="1461405" y="1167492"/>
              <a:ext cx="930729" cy="947057"/>
              <a:chOff x="1461405" y="1167492"/>
              <a:chExt cx="930729" cy="947057"/>
            </a:xfrm>
          </p:grpSpPr>
          <p:grpSp>
            <p:nvGrpSpPr>
              <p:cNvPr id="8" name="Grupa 7">
                <a:extLst>
                  <a:ext uri="{FF2B5EF4-FFF2-40B4-BE49-F238E27FC236}">
                    <a16:creationId xmlns:a16="http://schemas.microsoft.com/office/drawing/2014/main" id="{815BB951-0D6B-DC09-8533-1F7C2766B5A5}"/>
                  </a:ext>
                </a:extLst>
              </p:cNvPr>
              <p:cNvGrpSpPr/>
              <p:nvPr/>
            </p:nvGrpSpPr>
            <p:grpSpPr>
              <a:xfrm>
                <a:off x="1461405" y="1167492"/>
                <a:ext cx="930729" cy="947057"/>
                <a:chOff x="1355271" y="1151164"/>
                <a:chExt cx="930729" cy="947057"/>
              </a:xfrm>
            </p:grpSpPr>
            <p:sp>
              <p:nvSpPr>
                <p:cNvPr id="5" name="Owal 4">
                  <a:extLst>
                    <a:ext uri="{FF2B5EF4-FFF2-40B4-BE49-F238E27FC236}">
                      <a16:creationId xmlns:a16="http://schemas.microsoft.com/office/drawing/2014/main" id="{AC4AD2E5-09F2-06B2-91CC-B953F8E3C4D3}"/>
                    </a:ext>
                  </a:extLst>
                </p:cNvPr>
                <p:cNvSpPr/>
                <p:nvPr/>
              </p:nvSpPr>
              <p:spPr>
                <a:xfrm>
                  <a:off x="1355271" y="1151164"/>
                  <a:ext cx="930729" cy="947057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Schemat blokowy: łącznik 5">
                  <a:extLst>
                    <a:ext uri="{FF2B5EF4-FFF2-40B4-BE49-F238E27FC236}">
                      <a16:creationId xmlns:a16="http://schemas.microsoft.com/office/drawing/2014/main" id="{EB3F0965-F906-58F1-F6B6-3CFD0EA3C873}"/>
                    </a:ext>
                  </a:extLst>
                </p:cNvPr>
                <p:cNvSpPr/>
                <p:nvPr/>
              </p:nvSpPr>
              <p:spPr>
                <a:xfrm>
                  <a:off x="1567543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Schemat blokowy: łącznik 6">
                  <a:extLst>
                    <a:ext uri="{FF2B5EF4-FFF2-40B4-BE49-F238E27FC236}">
                      <a16:creationId xmlns:a16="http://schemas.microsoft.com/office/drawing/2014/main" id="{AD9AA8C1-3A12-9C67-9BDA-675E67F6D5B1}"/>
                    </a:ext>
                  </a:extLst>
                </p:cNvPr>
                <p:cNvSpPr/>
                <p:nvPr/>
              </p:nvSpPr>
              <p:spPr>
                <a:xfrm>
                  <a:off x="1926771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9" name="Łuk 38">
                <a:extLst>
                  <a:ext uri="{FF2B5EF4-FFF2-40B4-BE49-F238E27FC236}">
                    <a16:creationId xmlns:a16="http://schemas.microsoft.com/office/drawing/2014/main" id="{352C4399-1AF0-1071-EF08-CA76B88FEC92}"/>
                  </a:ext>
                </a:extLst>
              </p:cNvPr>
              <p:cNvSpPr/>
              <p:nvPr/>
            </p:nvSpPr>
            <p:spPr>
              <a:xfrm rot="9202166">
                <a:off x="1678081" y="1410901"/>
                <a:ext cx="639342" cy="420176"/>
              </a:xfrm>
              <a:prstGeom prst="arc">
                <a:avLst>
                  <a:gd name="adj1" fmla="val 15369335"/>
                  <a:gd name="adj2" fmla="val 0"/>
                </a:avLst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cxnSp>
          <p:nvCxnSpPr>
            <p:cNvPr id="41" name="Łącznik prosty 40">
              <a:extLst>
                <a:ext uri="{FF2B5EF4-FFF2-40B4-BE49-F238E27FC236}">
                  <a16:creationId xmlns:a16="http://schemas.microsoft.com/office/drawing/2014/main" id="{211C792F-FE12-7903-E8B9-36945560D722}"/>
                </a:ext>
              </a:extLst>
            </p:cNvPr>
            <p:cNvCxnSpPr>
              <a:stCxn id="39" idx="2"/>
              <a:endCxn id="39" idx="0"/>
            </p:cNvCxnSpPr>
            <p:nvPr/>
          </p:nvCxnSpPr>
          <p:spPr>
            <a:xfrm>
              <a:off x="1711993" y="1764277"/>
              <a:ext cx="424404" cy="19188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800924A1-230D-67C7-18E1-60E8BA3EB2F3}"/>
              </a:ext>
            </a:extLst>
          </p:cNvPr>
          <p:cNvSpPr txBox="1"/>
          <p:nvPr/>
        </p:nvSpPr>
        <p:spPr>
          <a:xfrm>
            <a:off x="580887" y="2158972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SZCZĘŚLIWY</a:t>
            </a:r>
          </a:p>
        </p:txBody>
      </p:sp>
      <p:grpSp>
        <p:nvGrpSpPr>
          <p:cNvPr id="71" name="Grupa 70">
            <a:extLst>
              <a:ext uri="{FF2B5EF4-FFF2-40B4-BE49-F238E27FC236}">
                <a16:creationId xmlns:a16="http://schemas.microsoft.com/office/drawing/2014/main" id="{391A6B77-4597-D7C1-6FDB-886B709285DE}"/>
              </a:ext>
            </a:extLst>
          </p:cNvPr>
          <p:cNvGrpSpPr/>
          <p:nvPr/>
        </p:nvGrpSpPr>
        <p:grpSpPr>
          <a:xfrm>
            <a:off x="4850131" y="1289900"/>
            <a:ext cx="2606040" cy="1411264"/>
            <a:chOff x="532310" y="2844686"/>
            <a:chExt cx="2606040" cy="1411263"/>
          </a:xfrm>
        </p:grpSpPr>
        <p:grpSp>
          <p:nvGrpSpPr>
            <p:cNvPr id="67" name="Grupa 66">
              <a:extLst>
                <a:ext uri="{FF2B5EF4-FFF2-40B4-BE49-F238E27FC236}">
                  <a16:creationId xmlns:a16="http://schemas.microsoft.com/office/drawing/2014/main" id="{0F51E9A1-9C2A-60BF-005C-996FCAEB0DE0}"/>
                </a:ext>
              </a:extLst>
            </p:cNvPr>
            <p:cNvGrpSpPr/>
            <p:nvPr/>
          </p:nvGrpSpPr>
          <p:grpSpPr>
            <a:xfrm>
              <a:off x="1461406" y="2844686"/>
              <a:ext cx="930729" cy="947057"/>
              <a:chOff x="1461406" y="2844686"/>
              <a:chExt cx="930729" cy="947057"/>
            </a:xfrm>
          </p:grpSpPr>
          <p:grpSp>
            <p:nvGrpSpPr>
              <p:cNvPr id="21" name="Grupa 20">
                <a:extLst>
                  <a:ext uri="{FF2B5EF4-FFF2-40B4-BE49-F238E27FC236}">
                    <a16:creationId xmlns:a16="http://schemas.microsoft.com/office/drawing/2014/main" id="{42CB8973-4E51-16F5-3245-94391E190D22}"/>
                  </a:ext>
                </a:extLst>
              </p:cNvPr>
              <p:cNvGrpSpPr/>
              <p:nvPr/>
            </p:nvGrpSpPr>
            <p:grpSpPr>
              <a:xfrm>
                <a:off x="1461406" y="2844686"/>
                <a:ext cx="930729" cy="947057"/>
                <a:chOff x="1355271" y="1151164"/>
                <a:chExt cx="930729" cy="947057"/>
              </a:xfrm>
            </p:grpSpPr>
            <p:sp>
              <p:nvSpPr>
                <p:cNvPr id="22" name="Owal 21">
                  <a:extLst>
                    <a:ext uri="{FF2B5EF4-FFF2-40B4-BE49-F238E27FC236}">
                      <a16:creationId xmlns:a16="http://schemas.microsoft.com/office/drawing/2014/main" id="{D5094707-2A8E-E516-127A-9D9146B37343}"/>
                    </a:ext>
                  </a:extLst>
                </p:cNvPr>
                <p:cNvSpPr/>
                <p:nvPr/>
              </p:nvSpPr>
              <p:spPr>
                <a:xfrm>
                  <a:off x="1355271" y="1151164"/>
                  <a:ext cx="930729" cy="947057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Schemat blokowy: łącznik 22">
                  <a:extLst>
                    <a:ext uri="{FF2B5EF4-FFF2-40B4-BE49-F238E27FC236}">
                      <a16:creationId xmlns:a16="http://schemas.microsoft.com/office/drawing/2014/main" id="{72920C2A-EFF5-7DF0-45C3-414A66C77DEE}"/>
                    </a:ext>
                  </a:extLst>
                </p:cNvPr>
                <p:cNvSpPr/>
                <p:nvPr/>
              </p:nvSpPr>
              <p:spPr>
                <a:xfrm>
                  <a:off x="1567543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Schemat blokowy: łącznik 23">
                  <a:extLst>
                    <a:ext uri="{FF2B5EF4-FFF2-40B4-BE49-F238E27FC236}">
                      <a16:creationId xmlns:a16="http://schemas.microsoft.com/office/drawing/2014/main" id="{C4EAE74B-DED4-8F6B-4CC5-86A714CE505F}"/>
                    </a:ext>
                  </a:extLst>
                </p:cNvPr>
                <p:cNvSpPr/>
                <p:nvPr/>
              </p:nvSpPr>
              <p:spPr>
                <a:xfrm>
                  <a:off x="1926771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59" name="Łącznik prosty 58">
                <a:extLst>
                  <a:ext uri="{FF2B5EF4-FFF2-40B4-BE49-F238E27FC236}">
                    <a16:creationId xmlns:a16="http://schemas.microsoft.com/office/drawing/2014/main" id="{81BBD844-E492-D5AE-642C-8A3383A18E19}"/>
                  </a:ext>
                </a:extLst>
              </p:cNvPr>
              <p:cNvCxnSpPr/>
              <p:nvPr/>
            </p:nvCxnSpPr>
            <p:spPr>
              <a:xfrm>
                <a:off x="1645102" y="3429000"/>
                <a:ext cx="477610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5" name="pole tekstowe 44">
              <a:extLst>
                <a:ext uri="{FF2B5EF4-FFF2-40B4-BE49-F238E27FC236}">
                  <a16:creationId xmlns:a16="http://schemas.microsoft.com/office/drawing/2014/main" id="{929D20A8-3EA4-ABE2-8CFA-85BFE4C73F76}"/>
                </a:ext>
              </a:extLst>
            </p:cNvPr>
            <p:cNvSpPr txBox="1"/>
            <p:nvPr/>
          </p:nvSpPr>
          <p:spPr>
            <a:xfrm>
              <a:off x="532310" y="3794284"/>
              <a:ext cx="260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dirty="0"/>
                <a:t>SPOKÓJ</a:t>
              </a:r>
            </a:p>
          </p:txBody>
        </p:sp>
      </p:grpSp>
      <p:grpSp>
        <p:nvGrpSpPr>
          <p:cNvPr id="84" name="Grupa 83">
            <a:extLst>
              <a:ext uri="{FF2B5EF4-FFF2-40B4-BE49-F238E27FC236}">
                <a16:creationId xmlns:a16="http://schemas.microsoft.com/office/drawing/2014/main" id="{A40FE39A-9212-ECC4-6A1D-24FAC8FDDC2F}"/>
              </a:ext>
            </a:extLst>
          </p:cNvPr>
          <p:cNvGrpSpPr/>
          <p:nvPr/>
        </p:nvGrpSpPr>
        <p:grpSpPr>
          <a:xfrm>
            <a:off x="642959" y="2834944"/>
            <a:ext cx="2606040" cy="1481075"/>
            <a:chOff x="5004005" y="2770640"/>
            <a:chExt cx="2606040" cy="1481074"/>
          </a:xfrm>
        </p:grpSpPr>
        <p:grpSp>
          <p:nvGrpSpPr>
            <p:cNvPr id="76" name="Grupa 75">
              <a:extLst>
                <a:ext uri="{FF2B5EF4-FFF2-40B4-BE49-F238E27FC236}">
                  <a16:creationId xmlns:a16="http://schemas.microsoft.com/office/drawing/2014/main" id="{A8617723-2682-626C-79B1-D0256A374C96}"/>
                </a:ext>
              </a:extLst>
            </p:cNvPr>
            <p:cNvGrpSpPr/>
            <p:nvPr/>
          </p:nvGrpSpPr>
          <p:grpSpPr>
            <a:xfrm>
              <a:off x="5719011" y="2770640"/>
              <a:ext cx="1120211" cy="947057"/>
              <a:chOff x="5736998" y="2761002"/>
              <a:chExt cx="1120211" cy="947057"/>
            </a:xfrm>
          </p:grpSpPr>
          <p:grpSp>
            <p:nvGrpSpPr>
              <p:cNvPr id="9" name="Grupa 8">
                <a:extLst>
                  <a:ext uri="{FF2B5EF4-FFF2-40B4-BE49-F238E27FC236}">
                    <a16:creationId xmlns:a16="http://schemas.microsoft.com/office/drawing/2014/main" id="{BB9D66FB-150A-D4D7-2076-685380295BD6}"/>
                  </a:ext>
                </a:extLst>
              </p:cNvPr>
              <p:cNvGrpSpPr/>
              <p:nvPr/>
            </p:nvGrpSpPr>
            <p:grpSpPr>
              <a:xfrm>
                <a:off x="5793920" y="2761002"/>
                <a:ext cx="930729" cy="947057"/>
                <a:chOff x="1355271" y="1151164"/>
                <a:chExt cx="930729" cy="947057"/>
              </a:xfrm>
            </p:grpSpPr>
            <p:sp>
              <p:nvSpPr>
                <p:cNvPr id="10" name="Owal 9">
                  <a:extLst>
                    <a:ext uri="{FF2B5EF4-FFF2-40B4-BE49-F238E27FC236}">
                      <a16:creationId xmlns:a16="http://schemas.microsoft.com/office/drawing/2014/main" id="{8AED617B-CE30-1750-A903-CEE25A297E59}"/>
                    </a:ext>
                  </a:extLst>
                </p:cNvPr>
                <p:cNvSpPr/>
                <p:nvPr/>
              </p:nvSpPr>
              <p:spPr>
                <a:xfrm>
                  <a:off x="1355271" y="1151164"/>
                  <a:ext cx="930729" cy="947057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Schemat blokowy: łącznik 10">
                  <a:extLst>
                    <a:ext uri="{FF2B5EF4-FFF2-40B4-BE49-F238E27FC236}">
                      <a16:creationId xmlns:a16="http://schemas.microsoft.com/office/drawing/2014/main" id="{F298916C-4843-A4B5-0770-34660DB6DA80}"/>
                    </a:ext>
                  </a:extLst>
                </p:cNvPr>
                <p:cNvSpPr/>
                <p:nvPr/>
              </p:nvSpPr>
              <p:spPr>
                <a:xfrm>
                  <a:off x="1567543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Schemat blokowy: łącznik 11">
                  <a:extLst>
                    <a:ext uri="{FF2B5EF4-FFF2-40B4-BE49-F238E27FC236}">
                      <a16:creationId xmlns:a16="http://schemas.microsoft.com/office/drawing/2014/main" id="{46A0FD71-163C-E1D5-36A4-F85CA748EECA}"/>
                    </a:ext>
                  </a:extLst>
                </p:cNvPr>
                <p:cNvSpPr/>
                <p:nvPr/>
              </p:nvSpPr>
              <p:spPr>
                <a:xfrm>
                  <a:off x="1926771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9" name="Schemat blokowy: łącznik 68">
                <a:extLst>
                  <a:ext uri="{FF2B5EF4-FFF2-40B4-BE49-F238E27FC236}">
                    <a16:creationId xmlns:a16="http://schemas.microsoft.com/office/drawing/2014/main" id="{7398FC91-F1A6-6C88-8D68-9420689193FE}"/>
                  </a:ext>
                </a:extLst>
              </p:cNvPr>
              <p:cNvSpPr/>
              <p:nvPr/>
            </p:nvSpPr>
            <p:spPr>
              <a:xfrm>
                <a:off x="6410323" y="3383281"/>
                <a:ext cx="45719" cy="45719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Prostokąt: zaokrąglone rogi 69">
                <a:extLst>
                  <a:ext uri="{FF2B5EF4-FFF2-40B4-BE49-F238E27FC236}">
                    <a16:creationId xmlns:a16="http://schemas.microsoft.com/office/drawing/2014/main" id="{7ADE16BE-F4E5-C6D8-536E-AD6335565EDB}"/>
                  </a:ext>
                </a:extLst>
              </p:cNvPr>
              <p:cNvSpPr/>
              <p:nvPr/>
            </p:nvSpPr>
            <p:spPr>
              <a:xfrm rot="19169983">
                <a:off x="6285710" y="3189626"/>
                <a:ext cx="571499" cy="89807"/>
              </a:xfrm>
              <a:prstGeom prst="roundRect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Łuk 71">
                <a:extLst>
                  <a:ext uri="{FF2B5EF4-FFF2-40B4-BE49-F238E27FC236}">
                    <a16:creationId xmlns:a16="http://schemas.microsoft.com/office/drawing/2014/main" id="{94EAB3E1-A0B5-F543-284F-B9B51F7010AE}"/>
                  </a:ext>
                </a:extLst>
              </p:cNvPr>
              <p:cNvSpPr/>
              <p:nvPr/>
            </p:nvSpPr>
            <p:spPr>
              <a:xfrm rot="19721329">
                <a:off x="6099971" y="3084357"/>
                <a:ext cx="492896" cy="338852"/>
              </a:xfrm>
              <a:prstGeom prst="arc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73" name="Łuk 72">
                <a:extLst>
                  <a:ext uri="{FF2B5EF4-FFF2-40B4-BE49-F238E27FC236}">
                    <a16:creationId xmlns:a16="http://schemas.microsoft.com/office/drawing/2014/main" id="{3351362F-6E17-3345-EF6D-8980094B7D9E}"/>
                  </a:ext>
                </a:extLst>
              </p:cNvPr>
              <p:cNvSpPr/>
              <p:nvPr/>
            </p:nvSpPr>
            <p:spPr>
              <a:xfrm rot="19531218">
                <a:off x="5736998" y="3091639"/>
                <a:ext cx="492896" cy="338852"/>
              </a:xfrm>
              <a:prstGeom prst="arc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46" name="pole tekstowe 45">
              <a:extLst>
                <a:ext uri="{FF2B5EF4-FFF2-40B4-BE49-F238E27FC236}">
                  <a16:creationId xmlns:a16="http://schemas.microsoft.com/office/drawing/2014/main" id="{EC707C5E-B099-DC15-F673-74CEA2E3D106}"/>
                </a:ext>
              </a:extLst>
            </p:cNvPr>
            <p:cNvSpPr txBox="1"/>
            <p:nvPr/>
          </p:nvSpPr>
          <p:spPr>
            <a:xfrm>
              <a:off x="5004005" y="3790049"/>
              <a:ext cx="260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dirty="0"/>
                <a:t>CHORY</a:t>
              </a:r>
            </a:p>
          </p:txBody>
        </p:sp>
      </p:grpSp>
      <p:grpSp>
        <p:nvGrpSpPr>
          <p:cNvPr id="74" name="Grupa 73">
            <a:extLst>
              <a:ext uri="{FF2B5EF4-FFF2-40B4-BE49-F238E27FC236}">
                <a16:creationId xmlns:a16="http://schemas.microsoft.com/office/drawing/2014/main" id="{881AC6DC-9CB8-0DD0-C61C-EF39069D7E47}"/>
              </a:ext>
            </a:extLst>
          </p:cNvPr>
          <p:cNvGrpSpPr/>
          <p:nvPr/>
        </p:nvGrpSpPr>
        <p:grpSpPr>
          <a:xfrm>
            <a:off x="4850131" y="2900266"/>
            <a:ext cx="2606040" cy="1396852"/>
            <a:chOff x="4843569" y="1177131"/>
            <a:chExt cx="2606040" cy="1396853"/>
          </a:xfrm>
        </p:grpSpPr>
        <p:grpSp>
          <p:nvGrpSpPr>
            <p:cNvPr id="49" name="Grupa 48">
              <a:extLst>
                <a:ext uri="{FF2B5EF4-FFF2-40B4-BE49-F238E27FC236}">
                  <a16:creationId xmlns:a16="http://schemas.microsoft.com/office/drawing/2014/main" id="{F8FC4FF7-D11D-8EFE-7F84-D472E70BF035}"/>
                </a:ext>
              </a:extLst>
            </p:cNvPr>
            <p:cNvGrpSpPr/>
            <p:nvPr/>
          </p:nvGrpSpPr>
          <p:grpSpPr>
            <a:xfrm>
              <a:off x="5793920" y="1177131"/>
              <a:ext cx="930729" cy="1232642"/>
              <a:chOff x="5793920" y="1177131"/>
              <a:chExt cx="930729" cy="1232642"/>
            </a:xfrm>
          </p:grpSpPr>
          <p:grpSp>
            <p:nvGrpSpPr>
              <p:cNvPr id="17" name="Grupa 16">
                <a:extLst>
                  <a:ext uri="{FF2B5EF4-FFF2-40B4-BE49-F238E27FC236}">
                    <a16:creationId xmlns:a16="http://schemas.microsoft.com/office/drawing/2014/main" id="{25B0EB48-C783-13D7-51F2-38AB7BACF0D2}"/>
                  </a:ext>
                </a:extLst>
              </p:cNvPr>
              <p:cNvGrpSpPr/>
              <p:nvPr/>
            </p:nvGrpSpPr>
            <p:grpSpPr>
              <a:xfrm>
                <a:off x="5793920" y="1177131"/>
                <a:ext cx="930729" cy="947057"/>
                <a:chOff x="1355271" y="1151164"/>
                <a:chExt cx="930729" cy="947057"/>
              </a:xfrm>
            </p:grpSpPr>
            <p:sp>
              <p:nvSpPr>
                <p:cNvPr id="18" name="Owal 17">
                  <a:extLst>
                    <a:ext uri="{FF2B5EF4-FFF2-40B4-BE49-F238E27FC236}">
                      <a16:creationId xmlns:a16="http://schemas.microsoft.com/office/drawing/2014/main" id="{30B35AC4-4637-9FDD-E702-9B4858F1E690}"/>
                    </a:ext>
                  </a:extLst>
                </p:cNvPr>
                <p:cNvSpPr/>
                <p:nvPr/>
              </p:nvSpPr>
              <p:spPr>
                <a:xfrm>
                  <a:off x="1355271" y="1151164"/>
                  <a:ext cx="930729" cy="947057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Schemat blokowy: łącznik 18">
                  <a:extLst>
                    <a:ext uri="{FF2B5EF4-FFF2-40B4-BE49-F238E27FC236}">
                      <a16:creationId xmlns:a16="http://schemas.microsoft.com/office/drawing/2014/main" id="{07F3819A-86F7-A70B-23B2-A7AD932C5022}"/>
                    </a:ext>
                  </a:extLst>
                </p:cNvPr>
                <p:cNvSpPr/>
                <p:nvPr/>
              </p:nvSpPr>
              <p:spPr>
                <a:xfrm>
                  <a:off x="1567543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Schemat blokowy: łącznik 19">
                  <a:extLst>
                    <a:ext uri="{FF2B5EF4-FFF2-40B4-BE49-F238E27FC236}">
                      <a16:creationId xmlns:a16="http://schemas.microsoft.com/office/drawing/2014/main" id="{54276B33-8E84-A451-AE6C-5224B0C168EB}"/>
                    </a:ext>
                  </a:extLst>
                </p:cNvPr>
                <p:cNvSpPr/>
                <p:nvPr/>
              </p:nvSpPr>
              <p:spPr>
                <a:xfrm>
                  <a:off x="1926771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8" name="Łuk 47">
                <a:extLst>
                  <a:ext uri="{FF2B5EF4-FFF2-40B4-BE49-F238E27FC236}">
                    <a16:creationId xmlns:a16="http://schemas.microsoft.com/office/drawing/2014/main" id="{990B0A4A-DEFA-00F6-D407-4C2EA7956C1D}"/>
                  </a:ext>
                </a:extLst>
              </p:cNvPr>
              <p:cNvSpPr/>
              <p:nvPr/>
            </p:nvSpPr>
            <p:spPr>
              <a:xfrm rot="19238241">
                <a:off x="6028087" y="1723919"/>
                <a:ext cx="581005" cy="685854"/>
              </a:xfrm>
              <a:prstGeom prst="arc">
                <a:avLst>
                  <a:gd name="adj1" fmla="val 15408912"/>
                  <a:gd name="adj2" fmla="val 21294235"/>
                </a:avLst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47" name="pole tekstowe 46">
              <a:extLst>
                <a:ext uri="{FF2B5EF4-FFF2-40B4-BE49-F238E27FC236}">
                  <a16:creationId xmlns:a16="http://schemas.microsoft.com/office/drawing/2014/main" id="{C1FFF3A5-4F47-F64C-F708-3793546BD8CF}"/>
                </a:ext>
              </a:extLst>
            </p:cNvPr>
            <p:cNvSpPr txBox="1"/>
            <p:nvPr/>
          </p:nvSpPr>
          <p:spPr>
            <a:xfrm>
              <a:off x="4843569" y="2112319"/>
              <a:ext cx="260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dirty="0"/>
                <a:t>SMUTNY</a:t>
              </a:r>
            </a:p>
          </p:txBody>
        </p:sp>
      </p:grpSp>
      <p:grpSp>
        <p:nvGrpSpPr>
          <p:cNvPr id="75" name="Grupa 74">
            <a:extLst>
              <a:ext uri="{FF2B5EF4-FFF2-40B4-BE49-F238E27FC236}">
                <a16:creationId xmlns:a16="http://schemas.microsoft.com/office/drawing/2014/main" id="{1416DF8D-4984-093B-BD0A-4B30AA03CD4A}"/>
              </a:ext>
            </a:extLst>
          </p:cNvPr>
          <p:cNvGrpSpPr/>
          <p:nvPr/>
        </p:nvGrpSpPr>
        <p:grpSpPr>
          <a:xfrm>
            <a:off x="8947851" y="2813021"/>
            <a:ext cx="2606040" cy="1430471"/>
            <a:chOff x="8894171" y="1167492"/>
            <a:chExt cx="2606040" cy="1430472"/>
          </a:xfrm>
        </p:grpSpPr>
        <p:grpSp>
          <p:nvGrpSpPr>
            <p:cNvPr id="57" name="Grupa 56">
              <a:extLst>
                <a:ext uri="{FF2B5EF4-FFF2-40B4-BE49-F238E27FC236}">
                  <a16:creationId xmlns:a16="http://schemas.microsoft.com/office/drawing/2014/main" id="{DDCA8EF0-82B2-B2E4-0A53-7FAE23A158AF}"/>
                </a:ext>
              </a:extLst>
            </p:cNvPr>
            <p:cNvGrpSpPr/>
            <p:nvPr/>
          </p:nvGrpSpPr>
          <p:grpSpPr>
            <a:xfrm>
              <a:off x="9731827" y="1167492"/>
              <a:ext cx="930729" cy="947057"/>
              <a:chOff x="9731827" y="1167492"/>
              <a:chExt cx="930729" cy="947057"/>
            </a:xfrm>
          </p:grpSpPr>
          <p:grpSp>
            <p:nvGrpSpPr>
              <p:cNvPr id="13" name="Grupa 12">
                <a:extLst>
                  <a:ext uri="{FF2B5EF4-FFF2-40B4-BE49-F238E27FC236}">
                    <a16:creationId xmlns:a16="http://schemas.microsoft.com/office/drawing/2014/main" id="{59EAAEBB-D1CC-7B32-D35D-1B3DCC17E1A1}"/>
                  </a:ext>
                </a:extLst>
              </p:cNvPr>
              <p:cNvGrpSpPr/>
              <p:nvPr/>
            </p:nvGrpSpPr>
            <p:grpSpPr>
              <a:xfrm>
                <a:off x="9731827" y="1167492"/>
                <a:ext cx="930729" cy="947057"/>
                <a:chOff x="1355271" y="1151164"/>
                <a:chExt cx="930729" cy="947057"/>
              </a:xfrm>
            </p:grpSpPr>
            <p:sp>
              <p:nvSpPr>
                <p:cNvPr id="14" name="Owal 13">
                  <a:extLst>
                    <a:ext uri="{FF2B5EF4-FFF2-40B4-BE49-F238E27FC236}">
                      <a16:creationId xmlns:a16="http://schemas.microsoft.com/office/drawing/2014/main" id="{AA293134-B7AF-7499-A882-65BAA8661D3A}"/>
                    </a:ext>
                  </a:extLst>
                </p:cNvPr>
                <p:cNvSpPr/>
                <p:nvPr/>
              </p:nvSpPr>
              <p:spPr>
                <a:xfrm>
                  <a:off x="1355271" y="1151164"/>
                  <a:ext cx="930729" cy="947057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Schemat blokowy: łącznik 14">
                  <a:extLst>
                    <a:ext uri="{FF2B5EF4-FFF2-40B4-BE49-F238E27FC236}">
                      <a16:creationId xmlns:a16="http://schemas.microsoft.com/office/drawing/2014/main" id="{D947EB9D-45A7-8C08-88C0-62F7746DBFFA}"/>
                    </a:ext>
                  </a:extLst>
                </p:cNvPr>
                <p:cNvSpPr/>
                <p:nvPr/>
              </p:nvSpPr>
              <p:spPr>
                <a:xfrm>
                  <a:off x="1567543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Schemat blokowy: łącznik 15">
                  <a:extLst>
                    <a:ext uri="{FF2B5EF4-FFF2-40B4-BE49-F238E27FC236}">
                      <a16:creationId xmlns:a16="http://schemas.microsoft.com/office/drawing/2014/main" id="{BA049EC4-B8D1-A687-056B-296E0F1A0A6D}"/>
                    </a:ext>
                  </a:extLst>
                </p:cNvPr>
                <p:cNvSpPr/>
                <p:nvPr/>
              </p:nvSpPr>
              <p:spPr>
                <a:xfrm>
                  <a:off x="1926771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51" name="Łącznik prosty 50">
                <a:extLst>
                  <a:ext uri="{FF2B5EF4-FFF2-40B4-BE49-F238E27FC236}">
                    <a16:creationId xmlns:a16="http://schemas.microsoft.com/office/drawing/2014/main" id="{6360B6A1-9A7A-52DB-63A4-F251F99D424E}"/>
                  </a:ext>
                </a:extLst>
              </p:cNvPr>
              <p:cNvCxnSpPr>
                <a:endCxn id="14" idx="7"/>
              </p:cNvCxnSpPr>
              <p:nvPr/>
            </p:nvCxnSpPr>
            <p:spPr>
              <a:xfrm flipV="1">
                <a:off x="10213521" y="1306185"/>
                <a:ext cx="312733" cy="197518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Łącznik prosty 52">
                <a:extLst>
                  <a:ext uri="{FF2B5EF4-FFF2-40B4-BE49-F238E27FC236}">
                    <a16:creationId xmlns:a16="http://schemas.microsoft.com/office/drawing/2014/main" id="{FB716DF3-7180-93F1-0AB2-254B696697FB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 flipH="1" flipV="1">
                <a:off x="9868129" y="1306185"/>
                <a:ext cx="312733" cy="197518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Łącznik prosty 55">
                <a:extLst>
                  <a:ext uri="{FF2B5EF4-FFF2-40B4-BE49-F238E27FC236}">
                    <a16:creationId xmlns:a16="http://schemas.microsoft.com/office/drawing/2014/main" id="{53345E3D-EABD-BFF0-85BC-35FCC2868CEF}"/>
                  </a:ext>
                </a:extLst>
              </p:cNvPr>
              <p:cNvCxnSpPr/>
              <p:nvPr/>
            </p:nvCxnSpPr>
            <p:spPr>
              <a:xfrm>
                <a:off x="9944099" y="1739048"/>
                <a:ext cx="449035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0" name="pole tekstowe 49">
              <a:extLst>
                <a:ext uri="{FF2B5EF4-FFF2-40B4-BE49-F238E27FC236}">
                  <a16:creationId xmlns:a16="http://schemas.microsoft.com/office/drawing/2014/main" id="{E8509F34-8D27-7300-536C-DAEE3090D56D}"/>
                </a:ext>
              </a:extLst>
            </p:cNvPr>
            <p:cNvSpPr txBox="1"/>
            <p:nvPr/>
          </p:nvSpPr>
          <p:spPr>
            <a:xfrm>
              <a:off x="8894171" y="2136299"/>
              <a:ext cx="260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dirty="0"/>
                <a:t>ZŁY</a:t>
              </a:r>
            </a:p>
          </p:txBody>
        </p:sp>
      </p:grpSp>
      <p:sp>
        <p:nvSpPr>
          <p:cNvPr id="54" name="pole tekstowe 53">
            <a:extLst>
              <a:ext uri="{FF2B5EF4-FFF2-40B4-BE49-F238E27FC236}">
                <a16:creationId xmlns:a16="http://schemas.microsoft.com/office/drawing/2014/main" id="{4CE3486A-293E-CD20-D753-09C036B5FBE4}"/>
              </a:ext>
            </a:extLst>
          </p:cNvPr>
          <p:cNvSpPr txBox="1"/>
          <p:nvPr/>
        </p:nvSpPr>
        <p:spPr>
          <a:xfrm>
            <a:off x="774788" y="5427999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PRZESTRASZONY</a:t>
            </a:r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F9A4FB82-1E41-9208-75BA-4BA632A1E1BF}"/>
              </a:ext>
            </a:extLst>
          </p:cNvPr>
          <p:cNvSpPr txBox="1"/>
          <p:nvPr/>
        </p:nvSpPr>
        <p:spPr>
          <a:xfrm>
            <a:off x="4608035" y="5526278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INNE UCZUCIE</a:t>
            </a:r>
          </a:p>
        </p:txBody>
      </p:sp>
      <p:grpSp>
        <p:nvGrpSpPr>
          <p:cNvPr id="60" name="Grupa 59">
            <a:extLst>
              <a:ext uri="{FF2B5EF4-FFF2-40B4-BE49-F238E27FC236}">
                <a16:creationId xmlns:a16="http://schemas.microsoft.com/office/drawing/2014/main" id="{7C234F30-549F-E24A-FF42-6692EA214F6C}"/>
              </a:ext>
            </a:extLst>
          </p:cNvPr>
          <p:cNvGrpSpPr/>
          <p:nvPr/>
        </p:nvGrpSpPr>
        <p:grpSpPr>
          <a:xfrm>
            <a:off x="9472253" y="4473331"/>
            <a:ext cx="1126961" cy="979160"/>
            <a:chOff x="9408479" y="5036190"/>
            <a:chExt cx="1126961" cy="1320934"/>
          </a:xfrm>
        </p:grpSpPr>
        <p:sp>
          <p:nvSpPr>
            <p:cNvPr id="61" name="Łuk blokowy 60">
              <a:extLst>
                <a:ext uri="{FF2B5EF4-FFF2-40B4-BE49-F238E27FC236}">
                  <a16:creationId xmlns:a16="http://schemas.microsoft.com/office/drawing/2014/main" id="{867D1EB9-4303-7CAD-AB9F-FA49B0BD2F1E}"/>
                </a:ext>
              </a:extLst>
            </p:cNvPr>
            <p:cNvSpPr/>
            <p:nvPr/>
          </p:nvSpPr>
          <p:spPr>
            <a:xfrm rot="5400000">
              <a:off x="9419742" y="5094475"/>
              <a:ext cx="1173984" cy="1057413"/>
            </a:xfrm>
            <a:prstGeom prst="blockArc">
              <a:avLst>
                <a:gd name="adj1" fmla="val 5763165"/>
                <a:gd name="adj2" fmla="val 0"/>
                <a:gd name="adj3" fmla="val 25000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62" name="Trójkąt równoramienny 61">
              <a:extLst>
                <a:ext uri="{FF2B5EF4-FFF2-40B4-BE49-F238E27FC236}">
                  <a16:creationId xmlns:a16="http://schemas.microsoft.com/office/drawing/2014/main" id="{40D2535A-D361-2B58-762E-AA7D37F4DFFD}"/>
                </a:ext>
              </a:extLst>
            </p:cNvPr>
            <p:cNvSpPr/>
            <p:nvPr/>
          </p:nvSpPr>
          <p:spPr>
            <a:xfrm rot="16200000">
              <a:off x="9403785" y="5772262"/>
              <a:ext cx="589556" cy="580168"/>
            </a:xfrm>
            <a:prstGeom prst="triangl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sp>
        <p:nvSpPr>
          <p:cNvPr id="63" name="pole tekstowe 62">
            <a:extLst>
              <a:ext uri="{FF2B5EF4-FFF2-40B4-BE49-F238E27FC236}">
                <a16:creationId xmlns:a16="http://schemas.microsoft.com/office/drawing/2014/main" id="{5E22D408-0398-F41C-EE9C-E3FDD4205B2C}"/>
              </a:ext>
            </a:extLst>
          </p:cNvPr>
          <p:cNvSpPr txBox="1"/>
          <p:nvPr/>
        </p:nvSpPr>
        <p:spPr>
          <a:xfrm>
            <a:off x="8767485" y="5459676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POWRÓT</a:t>
            </a:r>
          </a:p>
        </p:txBody>
      </p:sp>
      <p:grpSp>
        <p:nvGrpSpPr>
          <p:cNvPr id="82" name="Grupa 81">
            <a:extLst>
              <a:ext uri="{FF2B5EF4-FFF2-40B4-BE49-F238E27FC236}">
                <a16:creationId xmlns:a16="http://schemas.microsoft.com/office/drawing/2014/main" id="{04A5EEB2-0C3B-F539-2692-0587BEE4891B}"/>
              </a:ext>
            </a:extLst>
          </p:cNvPr>
          <p:cNvGrpSpPr/>
          <p:nvPr/>
        </p:nvGrpSpPr>
        <p:grpSpPr>
          <a:xfrm>
            <a:off x="8860763" y="1167493"/>
            <a:ext cx="2606040" cy="1492607"/>
            <a:chOff x="8910501" y="2735385"/>
            <a:chExt cx="2606040" cy="1492608"/>
          </a:xfrm>
        </p:grpSpPr>
        <p:sp>
          <p:nvSpPr>
            <p:cNvPr id="52" name="pole tekstowe 51">
              <a:extLst>
                <a:ext uri="{FF2B5EF4-FFF2-40B4-BE49-F238E27FC236}">
                  <a16:creationId xmlns:a16="http://schemas.microsoft.com/office/drawing/2014/main" id="{1D5D60D1-EB22-4A6A-93FE-C527D07EC60F}"/>
                </a:ext>
              </a:extLst>
            </p:cNvPr>
            <p:cNvSpPr txBox="1"/>
            <p:nvPr/>
          </p:nvSpPr>
          <p:spPr>
            <a:xfrm>
              <a:off x="8910501" y="3766328"/>
              <a:ext cx="2606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dirty="0"/>
                <a:t>ZMĘCZONY</a:t>
              </a:r>
            </a:p>
          </p:txBody>
        </p:sp>
        <p:grpSp>
          <p:nvGrpSpPr>
            <p:cNvPr id="68" name="Grupa 67">
              <a:extLst>
                <a:ext uri="{FF2B5EF4-FFF2-40B4-BE49-F238E27FC236}">
                  <a16:creationId xmlns:a16="http://schemas.microsoft.com/office/drawing/2014/main" id="{307D56B1-4000-2063-88D6-D295405BA329}"/>
                </a:ext>
              </a:extLst>
            </p:cNvPr>
            <p:cNvGrpSpPr/>
            <p:nvPr/>
          </p:nvGrpSpPr>
          <p:grpSpPr>
            <a:xfrm>
              <a:off x="9697342" y="2735385"/>
              <a:ext cx="1676183" cy="954304"/>
              <a:chOff x="9697342" y="2666172"/>
              <a:chExt cx="1676183" cy="1023517"/>
            </a:xfrm>
          </p:grpSpPr>
          <p:grpSp>
            <p:nvGrpSpPr>
              <p:cNvPr id="80" name="Grupa 79">
                <a:extLst>
                  <a:ext uri="{FF2B5EF4-FFF2-40B4-BE49-F238E27FC236}">
                    <a16:creationId xmlns:a16="http://schemas.microsoft.com/office/drawing/2014/main" id="{3731AD48-FDAF-E318-C9E6-29814591877D}"/>
                  </a:ext>
                </a:extLst>
              </p:cNvPr>
              <p:cNvGrpSpPr/>
              <p:nvPr/>
            </p:nvGrpSpPr>
            <p:grpSpPr>
              <a:xfrm>
                <a:off x="9697342" y="2742632"/>
                <a:ext cx="965214" cy="947057"/>
                <a:chOff x="9697342" y="2742632"/>
                <a:chExt cx="965214" cy="947057"/>
              </a:xfrm>
            </p:grpSpPr>
            <p:sp>
              <p:nvSpPr>
                <p:cNvPr id="30" name="Owal 29">
                  <a:extLst>
                    <a:ext uri="{FF2B5EF4-FFF2-40B4-BE49-F238E27FC236}">
                      <a16:creationId xmlns:a16="http://schemas.microsoft.com/office/drawing/2014/main" id="{21CE1782-BB64-2417-6F7B-7862AB9A29C0}"/>
                    </a:ext>
                  </a:extLst>
                </p:cNvPr>
                <p:cNvSpPr/>
                <p:nvPr/>
              </p:nvSpPr>
              <p:spPr>
                <a:xfrm>
                  <a:off x="9731827" y="2742632"/>
                  <a:ext cx="930729" cy="947057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Łuk 76">
                  <a:extLst>
                    <a:ext uri="{FF2B5EF4-FFF2-40B4-BE49-F238E27FC236}">
                      <a16:creationId xmlns:a16="http://schemas.microsoft.com/office/drawing/2014/main" id="{B8F2F7A4-E989-CAA1-81DC-CBBF94932A2A}"/>
                    </a:ext>
                  </a:extLst>
                </p:cNvPr>
                <p:cNvSpPr/>
                <p:nvPr/>
              </p:nvSpPr>
              <p:spPr>
                <a:xfrm rot="19721329">
                  <a:off x="10054161" y="3065102"/>
                  <a:ext cx="492896" cy="338852"/>
                </a:xfrm>
                <a:prstGeom prst="arc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l-PL"/>
                </a:p>
              </p:txBody>
            </p:sp>
            <p:sp>
              <p:nvSpPr>
                <p:cNvPr id="78" name="Łuk 77">
                  <a:extLst>
                    <a:ext uri="{FF2B5EF4-FFF2-40B4-BE49-F238E27FC236}">
                      <a16:creationId xmlns:a16="http://schemas.microsoft.com/office/drawing/2014/main" id="{9BECC309-F687-4DF7-16E3-01D5FFF69938}"/>
                    </a:ext>
                  </a:extLst>
                </p:cNvPr>
                <p:cNvSpPr/>
                <p:nvPr/>
              </p:nvSpPr>
              <p:spPr>
                <a:xfrm rot="19531218">
                  <a:off x="9697342" y="3049738"/>
                  <a:ext cx="492896" cy="338852"/>
                </a:xfrm>
                <a:prstGeom prst="arc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l-PL"/>
                </a:p>
              </p:txBody>
            </p:sp>
            <p:sp>
              <p:nvSpPr>
                <p:cNvPr id="79" name="Owal 78">
                  <a:extLst>
                    <a:ext uri="{FF2B5EF4-FFF2-40B4-BE49-F238E27FC236}">
                      <a16:creationId xmlns:a16="http://schemas.microsoft.com/office/drawing/2014/main" id="{96040D42-1DC9-4309-261A-F5860AAC76D3}"/>
                    </a:ext>
                  </a:extLst>
                </p:cNvPr>
                <p:cNvSpPr/>
                <p:nvPr/>
              </p:nvSpPr>
              <p:spPr>
                <a:xfrm>
                  <a:off x="9955691" y="3288532"/>
                  <a:ext cx="269422" cy="254491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4" name="Księżyc 63">
                <a:extLst>
                  <a:ext uri="{FF2B5EF4-FFF2-40B4-BE49-F238E27FC236}">
                    <a16:creationId xmlns:a16="http://schemas.microsoft.com/office/drawing/2014/main" id="{1CB1A4DF-1252-6AD8-3B12-E526B1E9D098}"/>
                  </a:ext>
                </a:extLst>
              </p:cNvPr>
              <p:cNvSpPr/>
              <p:nvPr/>
            </p:nvSpPr>
            <p:spPr>
              <a:xfrm rot="16200000">
                <a:off x="9911278" y="3085256"/>
                <a:ext cx="167824" cy="89273"/>
              </a:xfrm>
              <a:prstGeom prst="moon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Księżyc 64">
                <a:extLst>
                  <a:ext uri="{FF2B5EF4-FFF2-40B4-BE49-F238E27FC236}">
                    <a16:creationId xmlns:a16="http://schemas.microsoft.com/office/drawing/2014/main" id="{6C642328-C18F-1DD3-C21A-E3C422267329}"/>
                  </a:ext>
                </a:extLst>
              </p:cNvPr>
              <p:cNvSpPr/>
              <p:nvPr/>
            </p:nvSpPr>
            <p:spPr>
              <a:xfrm rot="16200000">
                <a:off x="10290787" y="3107975"/>
                <a:ext cx="167824" cy="89273"/>
              </a:xfrm>
              <a:prstGeom prst="moon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Chmurka 65">
                <a:extLst>
                  <a:ext uri="{FF2B5EF4-FFF2-40B4-BE49-F238E27FC236}">
                    <a16:creationId xmlns:a16="http://schemas.microsoft.com/office/drawing/2014/main" id="{48D30001-8862-91EA-AA1C-4F30FE837218}"/>
                  </a:ext>
                </a:extLst>
              </p:cNvPr>
              <p:cNvSpPr/>
              <p:nvPr/>
            </p:nvSpPr>
            <p:spPr>
              <a:xfrm>
                <a:off x="10526254" y="2666172"/>
                <a:ext cx="847271" cy="501545"/>
              </a:xfrm>
              <a:prstGeom prst="cloud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l-PL" b="1" dirty="0">
                    <a:solidFill>
                      <a:schemeClr val="tx1"/>
                    </a:solidFill>
                  </a:rPr>
                  <a:t>ZZZ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7091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4D2D-B957-91C4-5963-15EF5AB6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547123-3A9B-9DEA-B336-D9ACCFA9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51" y="-994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l-PL" sz="5400" b="1" u="sng" dirty="0"/>
              <a:t>Emocje cz. 2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CA3C4AE6-4E5C-A44E-3131-81821F36B8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845781"/>
              </p:ext>
            </p:extLst>
          </p:nvPr>
        </p:nvGraphicFramePr>
        <p:xfrm>
          <a:off x="212272" y="1020536"/>
          <a:ext cx="11797392" cy="493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2464">
                  <a:extLst>
                    <a:ext uri="{9D8B030D-6E8A-4147-A177-3AD203B41FA5}">
                      <a16:colId xmlns:a16="http://schemas.microsoft.com/office/drawing/2014/main" val="3267669392"/>
                    </a:ext>
                  </a:extLst>
                </a:gridCol>
                <a:gridCol w="3932464">
                  <a:extLst>
                    <a:ext uri="{9D8B030D-6E8A-4147-A177-3AD203B41FA5}">
                      <a16:colId xmlns:a16="http://schemas.microsoft.com/office/drawing/2014/main" val="2949124334"/>
                    </a:ext>
                  </a:extLst>
                </a:gridCol>
                <a:gridCol w="3932464">
                  <a:extLst>
                    <a:ext uri="{9D8B030D-6E8A-4147-A177-3AD203B41FA5}">
                      <a16:colId xmlns:a16="http://schemas.microsoft.com/office/drawing/2014/main" val="2568080620"/>
                    </a:ext>
                  </a:extLst>
                </a:gridCol>
              </a:tblGrid>
              <a:tr h="1643743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144332"/>
                  </a:ext>
                </a:extLst>
              </a:tr>
              <a:tr h="1643743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861082"/>
                  </a:ext>
                </a:extLst>
              </a:tr>
              <a:tr h="1643743"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9600" dirty="0">
                          <a:latin typeface="Arial Black" panose="020B0A04020102020204" pitchFamily="34" charset="0"/>
                        </a:rPr>
                        <a:t>   ?</a:t>
                      </a:r>
                      <a:endParaRPr lang="pl-PL" sz="96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13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858162"/>
                  </a:ext>
                </a:extLst>
              </a:tr>
            </a:tbl>
          </a:graphicData>
        </a:graphic>
      </p:graphicFrame>
      <p:sp>
        <p:nvSpPr>
          <p:cNvPr id="55" name="pole tekstowe 54">
            <a:extLst>
              <a:ext uri="{FF2B5EF4-FFF2-40B4-BE49-F238E27FC236}">
                <a16:creationId xmlns:a16="http://schemas.microsoft.com/office/drawing/2014/main" id="{92D9946E-11DD-D495-7D66-579EFDA9919C}"/>
              </a:ext>
            </a:extLst>
          </p:cNvPr>
          <p:cNvSpPr txBox="1"/>
          <p:nvPr/>
        </p:nvSpPr>
        <p:spPr>
          <a:xfrm>
            <a:off x="4608035" y="5526278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INNE UCZUCIE</a:t>
            </a:r>
          </a:p>
        </p:txBody>
      </p:sp>
      <p:grpSp>
        <p:nvGrpSpPr>
          <p:cNvPr id="60" name="Grupa 59">
            <a:extLst>
              <a:ext uri="{FF2B5EF4-FFF2-40B4-BE49-F238E27FC236}">
                <a16:creationId xmlns:a16="http://schemas.microsoft.com/office/drawing/2014/main" id="{A5453A8E-C5C6-C44F-7EEE-523D94FB5548}"/>
              </a:ext>
            </a:extLst>
          </p:cNvPr>
          <p:cNvGrpSpPr/>
          <p:nvPr/>
        </p:nvGrpSpPr>
        <p:grpSpPr>
          <a:xfrm>
            <a:off x="9472253" y="4473331"/>
            <a:ext cx="1126961" cy="979160"/>
            <a:chOff x="9408479" y="5036190"/>
            <a:chExt cx="1126961" cy="1320934"/>
          </a:xfrm>
        </p:grpSpPr>
        <p:sp>
          <p:nvSpPr>
            <p:cNvPr id="61" name="Łuk blokowy 60">
              <a:extLst>
                <a:ext uri="{FF2B5EF4-FFF2-40B4-BE49-F238E27FC236}">
                  <a16:creationId xmlns:a16="http://schemas.microsoft.com/office/drawing/2014/main" id="{B8145330-8277-738C-7FFE-7194DCA6E11F}"/>
                </a:ext>
              </a:extLst>
            </p:cNvPr>
            <p:cNvSpPr/>
            <p:nvPr/>
          </p:nvSpPr>
          <p:spPr>
            <a:xfrm rot="5400000">
              <a:off x="9419742" y="5094475"/>
              <a:ext cx="1173984" cy="1057413"/>
            </a:xfrm>
            <a:prstGeom prst="blockArc">
              <a:avLst>
                <a:gd name="adj1" fmla="val 5763165"/>
                <a:gd name="adj2" fmla="val 0"/>
                <a:gd name="adj3" fmla="val 25000"/>
              </a:avLst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62" name="Trójkąt równoramienny 61">
              <a:extLst>
                <a:ext uri="{FF2B5EF4-FFF2-40B4-BE49-F238E27FC236}">
                  <a16:creationId xmlns:a16="http://schemas.microsoft.com/office/drawing/2014/main" id="{ACFFE977-21C5-FCC0-F7CC-5EA1D0EEEF99}"/>
                </a:ext>
              </a:extLst>
            </p:cNvPr>
            <p:cNvSpPr/>
            <p:nvPr/>
          </p:nvSpPr>
          <p:spPr>
            <a:xfrm rot="16200000">
              <a:off x="9403785" y="5772262"/>
              <a:ext cx="589556" cy="580168"/>
            </a:xfrm>
            <a:prstGeom prst="triangl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sp>
        <p:nvSpPr>
          <p:cNvPr id="63" name="pole tekstowe 62">
            <a:extLst>
              <a:ext uri="{FF2B5EF4-FFF2-40B4-BE49-F238E27FC236}">
                <a16:creationId xmlns:a16="http://schemas.microsoft.com/office/drawing/2014/main" id="{AB906EF7-C9CB-92E6-3A9D-DAD2784AB9C8}"/>
              </a:ext>
            </a:extLst>
          </p:cNvPr>
          <p:cNvSpPr txBox="1"/>
          <p:nvPr/>
        </p:nvSpPr>
        <p:spPr>
          <a:xfrm>
            <a:off x="8767485" y="5459676"/>
            <a:ext cx="260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POWRÓT</a:t>
            </a:r>
          </a:p>
        </p:txBody>
      </p:sp>
      <p:grpSp>
        <p:nvGrpSpPr>
          <p:cNvPr id="118" name="Grupa 117">
            <a:extLst>
              <a:ext uri="{FF2B5EF4-FFF2-40B4-BE49-F238E27FC236}">
                <a16:creationId xmlns:a16="http://schemas.microsoft.com/office/drawing/2014/main" id="{382672FA-F87A-21C6-A02F-FD5A8BD59948}"/>
              </a:ext>
            </a:extLst>
          </p:cNvPr>
          <p:cNvGrpSpPr/>
          <p:nvPr/>
        </p:nvGrpSpPr>
        <p:grpSpPr>
          <a:xfrm>
            <a:off x="1401383" y="1199538"/>
            <a:ext cx="1356932" cy="932631"/>
            <a:chOff x="1356479" y="1066330"/>
            <a:chExt cx="1356932" cy="932630"/>
          </a:xfrm>
        </p:grpSpPr>
        <p:grpSp>
          <p:nvGrpSpPr>
            <p:cNvPr id="108" name="Grupa 107">
              <a:extLst>
                <a:ext uri="{FF2B5EF4-FFF2-40B4-BE49-F238E27FC236}">
                  <a16:creationId xmlns:a16="http://schemas.microsoft.com/office/drawing/2014/main" id="{F6E938D1-34FB-56C9-4BEC-62617B4259FB}"/>
                </a:ext>
              </a:extLst>
            </p:cNvPr>
            <p:cNvGrpSpPr/>
            <p:nvPr/>
          </p:nvGrpSpPr>
          <p:grpSpPr>
            <a:xfrm>
              <a:off x="1356479" y="1066330"/>
              <a:ext cx="1356932" cy="932630"/>
              <a:chOff x="1461405" y="1167493"/>
              <a:chExt cx="1356932" cy="932630"/>
            </a:xfrm>
          </p:grpSpPr>
          <p:grpSp>
            <p:nvGrpSpPr>
              <p:cNvPr id="106" name="Grupa 105">
                <a:extLst>
                  <a:ext uri="{FF2B5EF4-FFF2-40B4-BE49-F238E27FC236}">
                    <a16:creationId xmlns:a16="http://schemas.microsoft.com/office/drawing/2014/main" id="{0505AFF7-B9BD-5D7F-2A24-0F59C93E6659}"/>
                  </a:ext>
                </a:extLst>
              </p:cNvPr>
              <p:cNvGrpSpPr/>
              <p:nvPr/>
            </p:nvGrpSpPr>
            <p:grpSpPr>
              <a:xfrm>
                <a:off x="1461405" y="1167493"/>
                <a:ext cx="1356932" cy="932630"/>
                <a:chOff x="1461405" y="1167493"/>
                <a:chExt cx="1356932" cy="932630"/>
              </a:xfrm>
            </p:grpSpPr>
            <p:grpSp>
              <p:nvGrpSpPr>
                <p:cNvPr id="97" name="Grupa 96">
                  <a:extLst>
                    <a:ext uri="{FF2B5EF4-FFF2-40B4-BE49-F238E27FC236}">
                      <a16:creationId xmlns:a16="http://schemas.microsoft.com/office/drawing/2014/main" id="{D18BCE8E-7D81-578A-D75A-BD1341B2D2A8}"/>
                    </a:ext>
                  </a:extLst>
                </p:cNvPr>
                <p:cNvGrpSpPr/>
                <p:nvPr/>
              </p:nvGrpSpPr>
              <p:grpSpPr>
                <a:xfrm>
                  <a:off x="1461405" y="1167493"/>
                  <a:ext cx="1356932" cy="932630"/>
                  <a:chOff x="1461405" y="1167493"/>
                  <a:chExt cx="1356932" cy="932630"/>
                </a:xfrm>
              </p:grpSpPr>
              <p:grpSp>
                <p:nvGrpSpPr>
                  <p:cNvPr id="8" name="Grupa 7">
                    <a:extLst>
                      <a:ext uri="{FF2B5EF4-FFF2-40B4-BE49-F238E27FC236}">
                        <a16:creationId xmlns:a16="http://schemas.microsoft.com/office/drawing/2014/main" id="{8F35D60D-F5A1-ECC3-48A0-362E571EC498}"/>
                      </a:ext>
                    </a:extLst>
                  </p:cNvPr>
                  <p:cNvGrpSpPr/>
                  <p:nvPr/>
                </p:nvGrpSpPr>
                <p:grpSpPr>
                  <a:xfrm>
                    <a:off x="1461405" y="1167493"/>
                    <a:ext cx="930729" cy="932630"/>
                    <a:chOff x="1355271" y="1151164"/>
                    <a:chExt cx="930729" cy="947057"/>
                  </a:xfrm>
                </p:grpSpPr>
                <p:sp>
                  <p:nvSpPr>
                    <p:cNvPr id="5" name="Owal 4">
                      <a:extLst>
                        <a:ext uri="{FF2B5EF4-FFF2-40B4-BE49-F238E27FC236}">
                          <a16:creationId xmlns:a16="http://schemas.microsoft.com/office/drawing/2014/main" id="{EF0C5FA4-7A84-3584-4A58-C07B6D23FF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55271" y="1151164"/>
                      <a:ext cx="930729" cy="94705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762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l-PL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" name="Schemat blokowy: łącznik 5">
                      <a:extLst>
                        <a:ext uri="{FF2B5EF4-FFF2-40B4-BE49-F238E27FC236}">
                          <a16:creationId xmlns:a16="http://schemas.microsoft.com/office/drawing/2014/main" id="{6C40C6C0-0857-3C6A-1409-72609956DD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69583" y="1401464"/>
                      <a:ext cx="89807" cy="89807"/>
                    </a:xfrm>
                    <a:prstGeom prst="flowChartConnector">
                      <a:avLst/>
                    </a:prstGeom>
                    <a:solidFill>
                      <a:schemeClr val="bg1"/>
                    </a:solidFill>
                    <a:ln w="762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l-PL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" name="Schemat blokowy: łącznik 6">
                      <a:extLst>
                        <a:ext uri="{FF2B5EF4-FFF2-40B4-BE49-F238E27FC236}">
                          <a16:creationId xmlns:a16="http://schemas.microsoft.com/office/drawing/2014/main" id="{6EDD91DB-C61D-B84D-F997-ACF89B3A51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32166" y="1401464"/>
                      <a:ext cx="89807" cy="89807"/>
                    </a:xfrm>
                    <a:prstGeom prst="flowChartConnector">
                      <a:avLst/>
                    </a:prstGeom>
                    <a:solidFill>
                      <a:schemeClr val="bg1"/>
                    </a:solidFill>
                    <a:ln w="762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l-PL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93" name="Łuk 92">
                    <a:extLst>
                      <a:ext uri="{FF2B5EF4-FFF2-40B4-BE49-F238E27FC236}">
                        <a16:creationId xmlns:a16="http://schemas.microsoft.com/office/drawing/2014/main" id="{2F2988EC-3A4A-31B0-0C1D-63B3EEE37330}"/>
                      </a:ext>
                    </a:extLst>
                  </p:cNvPr>
                  <p:cNvSpPr/>
                  <p:nvPr/>
                </p:nvSpPr>
                <p:spPr>
                  <a:xfrm rot="6562334">
                    <a:off x="1625819" y="1297423"/>
                    <a:ext cx="426266" cy="544043"/>
                  </a:xfrm>
                  <a:prstGeom prst="arc">
                    <a:avLst/>
                  </a:prstGeom>
                  <a:ln w="317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l-PL"/>
                  </a:p>
                </p:txBody>
              </p:sp>
              <p:sp>
                <p:nvSpPr>
                  <p:cNvPr id="96" name="Schemat blokowy: terminator 95">
                    <a:extLst>
                      <a:ext uri="{FF2B5EF4-FFF2-40B4-BE49-F238E27FC236}">
                        <a16:creationId xmlns:a16="http://schemas.microsoft.com/office/drawing/2014/main" id="{7F6E13CE-D583-B6E2-9370-D398A540AA3D}"/>
                      </a:ext>
                    </a:extLst>
                  </p:cNvPr>
                  <p:cNvSpPr/>
                  <p:nvPr/>
                </p:nvSpPr>
                <p:spPr>
                  <a:xfrm>
                    <a:off x="2428421" y="1493753"/>
                    <a:ext cx="267831" cy="475409"/>
                  </a:xfrm>
                  <a:prstGeom prst="flowChartTerminator">
                    <a:avLst/>
                  </a:prstGeom>
                  <a:solidFill>
                    <a:schemeClr val="bg1"/>
                  </a:solidFill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l-PL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Owal 93">
                    <a:extLst>
                      <a:ext uri="{FF2B5EF4-FFF2-40B4-BE49-F238E27FC236}">
                        <a16:creationId xmlns:a16="http://schemas.microsoft.com/office/drawing/2014/main" id="{F48BB6FC-505A-C041-CC60-8561F1AE4B37}"/>
                      </a:ext>
                    </a:extLst>
                  </p:cNvPr>
                  <p:cNvSpPr/>
                  <p:nvPr/>
                </p:nvSpPr>
                <p:spPr>
                  <a:xfrm>
                    <a:off x="2392134" y="1659213"/>
                    <a:ext cx="426203" cy="403058"/>
                  </a:xfrm>
                  <a:prstGeom prst="ellipse">
                    <a:avLst/>
                  </a:prstGeom>
                  <a:solidFill>
                    <a:schemeClr val="bg1"/>
                  </a:solidFill>
                  <a:ln w="762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l-PL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99" name="Łącznik prosty 98">
                  <a:extLst>
                    <a:ext uri="{FF2B5EF4-FFF2-40B4-BE49-F238E27FC236}">
                      <a16:creationId xmlns:a16="http://schemas.microsoft.com/office/drawing/2014/main" id="{C1F753A9-26DC-9E9E-7E5D-9DC548DCC9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46559" y="1750351"/>
                  <a:ext cx="195618" cy="0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Łącznik prosty 101">
                  <a:extLst>
                    <a:ext uri="{FF2B5EF4-FFF2-40B4-BE49-F238E27FC236}">
                      <a16:creationId xmlns:a16="http://schemas.microsoft.com/office/drawing/2014/main" id="{560F0969-DD0C-F497-50C3-0492E74AF245}"/>
                    </a:ext>
                  </a:extLst>
                </p:cNvPr>
                <p:cNvCxnSpPr>
                  <a:cxnSpLocks/>
                  <a:endCxn id="94" idx="6"/>
                </p:cNvCxnSpPr>
                <p:nvPr/>
              </p:nvCxnSpPr>
              <p:spPr>
                <a:xfrm>
                  <a:off x="2605235" y="1860742"/>
                  <a:ext cx="213102" cy="0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Łącznik prosty 104">
                  <a:extLst>
                    <a:ext uri="{FF2B5EF4-FFF2-40B4-BE49-F238E27FC236}">
                      <a16:creationId xmlns:a16="http://schemas.microsoft.com/office/drawing/2014/main" id="{93624B8F-B540-D906-F3BE-76663D92FE01}"/>
                    </a:ext>
                  </a:extLst>
                </p:cNvPr>
                <p:cNvCxnSpPr/>
                <p:nvPr/>
              </p:nvCxnSpPr>
              <p:spPr>
                <a:xfrm flipH="1">
                  <a:off x="2605235" y="1969162"/>
                  <a:ext cx="178230" cy="0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7" name="Owal 106">
                <a:extLst>
                  <a:ext uri="{FF2B5EF4-FFF2-40B4-BE49-F238E27FC236}">
                    <a16:creationId xmlns:a16="http://schemas.microsoft.com/office/drawing/2014/main" id="{0CF94AA1-72E2-F448-A10A-CAFC164DF984}"/>
                  </a:ext>
                </a:extLst>
              </p:cNvPr>
              <p:cNvSpPr/>
              <p:nvPr/>
            </p:nvSpPr>
            <p:spPr>
              <a:xfrm>
                <a:off x="2442363" y="1340662"/>
                <a:ext cx="219192" cy="208161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12" name="Łącznik prosty 111">
              <a:extLst>
                <a:ext uri="{FF2B5EF4-FFF2-40B4-BE49-F238E27FC236}">
                  <a16:creationId xmlns:a16="http://schemas.microsoft.com/office/drawing/2014/main" id="{D126F783-9376-CD9C-B552-88F5ECDC51F1}"/>
                </a:ext>
              </a:extLst>
            </p:cNvPr>
            <p:cNvCxnSpPr>
              <a:cxnSpLocks/>
            </p:cNvCxnSpPr>
            <p:nvPr/>
          </p:nvCxnSpPr>
          <p:spPr>
            <a:xfrm>
              <a:off x="1586515" y="1191595"/>
              <a:ext cx="268212" cy="0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Łącznik prosty 115">
              <a:extLst>
                <a:ext uri="{FF2B5EF4-FFF2-40B4-BE49-F238E27FC236}">
                  <a16:creationId xmlns:a16="http://schemas.microsoft.com/office/drawing/2014/main" id="{1F41F1A4-3C63-807A-4085-768A910F7911}"/>
                </a:ext>
              </a:extLst>
            </p:cNvPr>
            <p:cNvCxnSpPr>
              <a:cxnSpLocks/>
            </p:cNvCxnSpPr>
            <p:nvPr/>
          </p:nvCxnSpPr>
          <p:spPr>
            <a:xfrm>
              <a:off x="1915175" y="1249041"/>
              <a:ext cx="218742" cy="0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0" name="pole tekstowe 119">
            <a:extLst>
              <a:ext uri="{FF2B5EF4-FFF2-40B4-BE49-F238E27FC236}">
                <a16:creationId xmlns:a16="http://schemas.microsoft.com/office/drawing/2014/main" id="{3897202F-7073-452F-EFFF-71E651F345E4}"/>
              </a:ext>
            </a:extLst>
          </p:cNvPr>
          <p:cNvSpPr txBox="1"/>
          <p:nvPr/>
        </p:nvSpPr>
        <p:spPr>
          <a:xfrm>
            <a:off x="667141" y="2166667"/>
            <a:ext cx="302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/>
              <a:t>DUMNY/ZADOWOLNY</a:t>
            </a:r>
          </a:p>
        </p:txBody>
      </p:sp>
      <p:grpSp>
        <p:nvGrpSpPr>
          <p:cNvPr id="159" name="Grupa 158">
            <a:extLst>
              <a:ext uri="{FF2B5EF4-FFF2-40B4-BE49-F238E27FC236}">
                <a16:creationId xmlns:a16="http://schemas.microsoft.com/office/drawing/2014/main" id="{B88F5AD4-F424-0FEE-8BE3-9D3320DEECD6}"/>
              </a:ext>
            </a:extLst>
          </p:cNvPr>
          <p:cNvGrpSpPr/>
          <p:nvPr/>
        </p:nvGrpSpPr>
        <p:grpSpPr>
          <a:xfrm>
            <a:off x="5164988" y="1115746"/>
            <a:ext cx="1265469" cy="1200804"/>
            <a:chOff x="5164988" y="1115745"/>
            <a:chExt cx="1265469" cy="1200804"/>
          </a:xfrm>
        </p:grpSpPr>
        <p:grpSp>
          <p:nvGrpSpPr>
            <p:cNvPr id="156" name="Grupa 155">
              <a:extLst>
                <a:ext uri="{FF2B5EF4-FFF2-40B4-BE49-F238E27FC236}">
                  <a16:creationId xmlns:a16="http://schemas.microsoft.com/office/drawing/2014/main" id="{FA4E3F9B-FF81-E421-EDEB-A1F3C2B3D639}"/>
                </a:ext>
              </a:extLst>
            </p:cNvPr>
            <p:cNvGrpSpPr/>
            <p:nvPr/>
          </p:nvGrpSpPr>
          <p:grpSpPr>
            <a:xfrm>
              <a:off x="5164988" y="1115745"/>
              <a:ext cx="1265469" cy="1200804"/>
              <a:chOff x="5144856" y="1127959"/>
              <a:chExt cx="1265469" cy="1200804"/>
            </a:xfrm>
          </p:grpSpPr>
          <p:grpSp>
            <p:nvGrpSpPr>
              <p:cNvPr id="68" name="Grupa 67">
                <a:extLst>
                  <a:ext uri="{FF2B5EF4-FFF2-40B4-BE49-F238E27FC236}">
                    <a16:creationId xmlns:a16="http://schemas.microsoft.com/office/drawing/2014/main" id="{1FFBA522-FF36-CA41-D6B2-F8695026FB17}"/>
                  </a:ext>
                </a:extLst>
              </p:cNvPr>
              <p:cNvGrpSpPr/>
              <p:nvPr/>
            </p:nvGrpSpPr>
            <p:grpSpPr>
              <a:xfrm rot="20740231">
                <a:off x="5479596" y="1127959"/>
                <a:ext cx="930729" cy="947057"/>
                <a:chOff x="1355271" y="1151164"/>
                <a:chExt cx="930729" cy="947057"/>
              </a:xfrm>
            </p:grpSpPr>
            <p:sp>
              <p:nvSpPr>
                <p:cNvPr id="71" name="Owal 70">
                  <a:extLst>
                    <a:ext uri="{FF2B5EF4-FFF2-40B4-BE49-F238E27FC236}">
                      <a16:creationId xmlns:a16="http://schemas.microsoft.com/office/drawing/2014/main" id="{444CF129-E1AC-0D29-3DF5-A8757EC336C0}"/>
                    </a:ext>
                  </a:extLst>
                </p:cNvPr>
                <p:cNvSpPr/>
                <p:nvPr/>
              </p:nvSpPr>
              <p:spPr>
                <a:xfrm>
                  <a:off x="1355271" y="1151164"/>
                  <a:ext cx="930729" cy="947057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Schemat blokowy: łącznik 73">
                  <a:extLst>
                    <a:ext uri="{FF2B5EF4-FFF2-40B4-BE49-F238E27FC236}">
                      <a16:creationId xmlns:a16="http://schemas.microsoft.com/office/drawing/2014/main" id="{ECC18C2A-CDFF-2223-75F5-DAA8CA70225E}"/>
                    </a:ext>
                  </a:extLst>
                </p:cNvPr>
                <p:cNvSpPr/>
                <p:nvPr/>
              </p:nvSpPr>
              <p:spPr>
                <a:xfrm>
                  <a:off x="1567543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Schemat blokowy: łącznik 74">
                  <a:extLst>
                    <a:ext uri="{FF2B5EF4-FFF2-40B4-BE49-F238E27FC236}">
                      <a16:creationId xmlns:a16="http://schemas.microsoft.com/office/drawing/2014/main" id="{B103011B-331C-E643-AFDC-A3ECE75D44F3}"/>
                    </a:ext>
                  </a:extLst>
                </p:cNvPr>
                <p:cNvSpPr/>
                <p:nvPr/>
              </p:nvSpPr>
              <p:spPr>
                <a:xfrm>
                  <a:off x="1926771" y="1477736"/>
                  <a:ext cx="89807" cy="89807"/>
                </a:xfrm>
                <a:prstGeom prst="flowChartConnector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55" name="Schemat blokowy: terminator 154">
                <a:extLst>
                  <a:ext uri="{FF2B5EF4-FFF2-40B4-BE49-F238E27FC236}">
                    <a16:creationId xmlns:a16="http://schemas.microsoft.com/office/drawing/2014/main" id="{46D9B30B-78A4-5946-48CE-3C88CE9E96DE}"/>
                  </a:ext>
                </a:extLst>
              </p:cNvPr>
              <p:cNvSpPr/>
              <p:nvPr/>
            </p:nvSpPr>
            <p:spPr>
              <a:xfrm rot="19778410">
                <a:off x="5556940" y="2004567"/>
                <a:ext cx="176299" cy="324196"/>
              </a:xfrm>
              <a:prstGeom prst="flowChartTermina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Księżyc 153">
                <a:extLst>
                  <a:ext uri="{FF2B5EF4-FFF2-40B4-BE49-F238E27FC236}">
                    <a16:creationId xmlns:a16="http://schemas.microsoft.com/office/drawing/2014/main" id="{C4D63289-B244-405A-9B56-7F9378CF9D68}"/>
                  </a:ext>
                </a:extLst>
              </p:cNvPr>
              <p:cNvSpPr/>
              <p:nvPr/>
            </p:nvSpPr>
            <p:spPr>
              <a:xfrm rot="20149641">
                <a:off x="5144856" y="1568735"/>
                <a:ext cx="416714" cy="586438"/>
              </a:xfrm>
              <a:prstGeom prst="moon">
                <a:avLst>
                  <a:gd name="adj" fmla="val 87500"/>
                </a:avLst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58" name="Łącznik prosty 157">
              <a:extLst>
                <a:ext uri="{FF2B5EF4-FFF2-40B4-BE49-F238E27FC236}">
                  <a16:creationId xmlns:a16="http://schemas.microsoft.com/office/drawing/2014/main" id="{8B8359CB-F731-A6AF-3E17-205DFEF28671}"/>
                </a:ext>
              </a:extLst>
            </p:cNvPr>
            <p:cNvCxnSpPr/>
            <p:nvPr/>
          </p:nvCxnSpPr>
          <p:spPr>
            <a:xfrm flipV="1">
              <a:off x="5738122" y="1626593"/>
              <a:ext cx="471485" cy="155802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0" name="pole tekstowe 159">
            <a:extLst>
              <a:ext uri="{FF2B5EF4-FFF2-40B4-BE49-F238E27FC236}">
                <a16:creationId xmlns:a16="http://schemas.microsoft.com/office/drawing/2014/main" id="{3CDB8742-AA80-1A00-2263-ABECCC6BD8E2}"/>
              </a:ext>
            </a:extLst>
          </p:cNvPr>
          <p:cNvSpPr txBox="1"/>
          <p:nvPr/>
        </p:nvSpPr>
        <p:spPr>
          <a:xfrm>
            <a:off x="4519875" y="2225913"/>
            <a:ext cx="302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ZNUDZENIE</a:t>
            </a:r>
          </a:p>
        </p:txBody>
      </p:sp>
      <p:grpSp>
        <p:nvGrpSpPr>
          <p:cNvPr id="162" name="Grupa 161">
            <a:extLst>
              <a:ext uri="{FF2B5EF4-FFF2-40B4-BE49-F238E27FC236}">
                <a16:creationId xmlns:a16="http://schemas.microsoft.com/office/drawing/2014/main" id="{58B52339-DCF7-8FE7-D949-F495EF6259A1}"/>
              </a:ext>
            </a:extLst>
          </p:cNvPr>
          <p:cNvGrpSpPr/>
          <p:nvPr/>
        </p:nvGrpSpPr>
        <p:grpSpPr>
          <a:xfrm>
            <a:off x="9719797" y="1117643"/>
            <a:ext cx="930729" cy="1147947"/>
            <a:chOff x="9731826" y="1153065"/>
            <a:chExt cx="930729" cy="947057"/>
          </a:xfrm>
        </p:grpSpPr>
        <p:grpSp>
          <p:nvGrpSpPr>
            <p:cNvPr id="36" name="Grupa 35">
              <a:extLst>
                <a:ext uri="{FF2B5EF4-FFF2-40B4-BE49-F238E27FC236}">
                  <a16:creationId xmlns:a16="http://schemas.microsoft.com/office/drawing/2014/main" id="{525A252F-DEA1-0D22-AD6F-62B78D99C2B9}"/>
                </a:ext>
              </a:extLst>
            </p:cNvPr>
            <p:cNvGrpSpPr/>
            <p:nvPr/>
          </p:nvGrpSpPr>
          <p:grpSpPr>
            <a:xfrm>
              <a:off x="9731826" y="1153065"/>
              <a:ext cx="930729" cy="947057"/>
              <a:chOff x="1355271" y="1151164"/>
              <a:chExt cx="930729" cy="947057"/>
            </a:xfrm>
          </p:grpSpPr>
          <p:sp>
            <p:nvSpPr>
              <p:cNvPr id="37" name="Owal 36">
                <a:extLst>
                  <a:ext uri="{FF2B5EF4-FFF2-40B4-BE49-F238E27FC236}">
                    <a16:creationId xmlns:a16="http://schemas.microsoft.com/office/drawing/2014/main" id="{A44F8510-1628-04EB-D482-782CD7A33A24}"/>
                  </a:ext>
                </a:extLst>
              </p:cNvPr>
              <p:cNvSpPr/>
              <p:nvPr/>
            </p:nvSpPr>
            <p:spPr>
              <a:xfrm>
                <a:off x="1355271" y="1151164"/>
                <a:ext cx="930729" cy="947057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Schemat blokowy: łącznik 37">
                <a:extLst>
                  <a:ext uri="{FF2B5EF4-FFF2-40B4-BE49-F238E27FC236}">
                    <a16:creationId xmlns:a16="http://schemas.microsoft.com/office/drawing/2014/main" id="{6E8A80A6-CB7A-C382-9142-E51730DEBE57}"/>
                  </a:ext>
                </a:extLst>
              </p:cNvPr>
              <p:cNvSpPr/>
              <p:nvPr/>
            </p:nvSpPr>
            <p:spPr>
              <a:xfrm>
                <a:off x="1567543" y="1340332"/>
                <a:ext cx="108321" cy="227212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Schemat blokowy: łącznik 39">
                <a:extLst>
                  <a:ext uri="{FF2B5EF4-FFF2-40B4-BE49-F238E27FC236}">
                    <a16:creationId xmlns:a16="http://schemas.microsoft.com/office/drawing/2014/main" id="{4A2B8FB4-0C95-FDF7-09E6-3085933F2D9A}"/>
                  </a:ext>
                </a:extLst>
              </p:cNvPr>
              <p:cNvSpPr/>
              <p:nvPr/>
            </p:nvSpPr>
            <p:spPr>
              <a:xfrm>
                <a:off x="1926771" y="1356746"/>
                <a:ext cx="108321" cy="210797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1" name="Schemat blokowy: łącznik 160">
              <a:extLst>
                <a:ext uri="{FF2B5EF4-FFF2-40B4-BE49-F238E27FC236}">
                  <a16:creationId xmlns:a16="http://schemas.microsoft.com/office/drawing/2014/main" id="{05EB8B63-1F58-3849-ACD5-94210F17B8CA}"/>
                </a:ext>
              </a:extLst>
            </p:cNvPr>
            <p:cNvSpPr/>
            <p:nvPr/>
          </p:nvSpPr>
          <p:spPr>
            <a:xfrm>
              <a:off x="10094000" y="1596542"/>
              <a:ext cx="182321" cy="403086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sp>
        <p:nvSpPr>
          <p:cNvPr id="163" name="pole tekstowe 162">
            <a:extLst>
              <a:ext uri="{FF2B5EF4-FFF2-40B4-BE49-F238E27FC236}">
                <a16:creationId xmlns:a16="http://schemas.microsoft.com/office/drawing/2014/main" id="{A4EBB8BA-FE70-36B8-B141-78A3F1411632}"/>
              </a:ext>
            </a:extLst>
          </p:cNvPr>
          <p:cNvSpPr txBox="1"/>
          <p:nvPr/>
        </p:nvSpPr>
        <p:spPr>
          <a:xfrm>
            <a:off x="8540739" y="2232996"/>
            <a:ext cx="302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ZASKOCZENIE</a:t>
            </a:r>
          </a:p>
        </p:txBody>
      </p:sp>
      <p:grpSp>
        <p:nvGrpSpPr>
          <p:cNvPr id="182" name="Grupa 181">
            <a:extLst>
              <a:ext uri="{FF2B5EF4-FFF2-40B4-BE49-F238E27FC236}">
                <a16:creationId xmlns:a16="http://schemas.microsoft.com/office/drawing/2014/main" id="{5733AEEC-D924-B1FA-363A-F58759D8A996}"/>
              </a:ext>
            </a:extLst>
          </p:cNvPr>
          <p:cNvGrpSpPr/>
          <p:nvPr/>
        </p:nvGrpSpPr>
        <p:grpSpPr>
          <a:xfrm>
            <a:off x="1418544" y="2771805"/>
            <a:ext cx="930729" cy="947057"/>
            <a:chOff x="1418542" y="2771803"/>
            <a:chExt cx="930729" cy="947057"/>
          </a:xfrm>
        </p:grpSpPr>
        <p:grpSp>
          <p:nvGrpSpPr>
            <p:cNvPr id="82" name="Grupa 81">
              <a:extLst>
                <a:ext uri="{FF2B5EF4-FFF2-40B4-BE49-F238E27FC236}">
                  <a16:creationId xmlns:a16="http://schemas.microsoft.com/office/drawing/2014/main" id="{00AC87DB-AA85-7B14-B7CF-C035FBB3287A}"/>
                </a:ext>
              </a:extLst>
            </p:cNvPr>
            <p:cNvGrpSpPr/>
            <p:nvPr/>
          </p:nvGrpSpPr>
          <p:grpSpPr>
            <a:xfrm>
              <a:off x="1418542" y="2771803"/>
              <a:ext cx="930729" cy="947057"/>
              <a:chOff x="1355271" y="1151164"/>
              <a:chExt cx="930729" cy="947057"/>
            </a:xfrm>
          </p:grpSpPr>
          <p:sp>
            <p:nvSpPr>
              <p:cNvPr id="84" name="Owal 83">
                <a:extLst>
                  <a:ext uri="{FF2B5EF4-FFF2-40B4-BE49-F238E27FC236}">
                    <a16:creationId xmlns:a16="http://schemas.microsoft.com/office/drawing/2014/main" id="{6A82EC4A-00DE-18F9-042F-87BB329D21F1}"/>
                  </a:ext>
                </a:extLst>
              </p:cNvPr>
              <p:cNvSpPr/>
              <p:nvPr/>
            </p:nvSpPr>
            <p:spPr>
              <a:xfrm>
                <a:off x="1355271" y="1151164"/>
                <a:ext cx="930729" cy="947057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Schemat blokowy: łącznik 86">
                <a:extLst>
                  <a:ext uri="{FF2B5EF4-FFF2-40B4-BE49-F238E27FC236}">
                    <a16:creationId xmlns:a16="http://schemas.microsoft.com/office/drawing/2014/main" id="{5AA2287D-28EC-F942-D7EA-5EE226E47834}"/>
                  </a:ext>
                </a:extLst>
              </p:cNvPr>
              <p:cNvSpPr/>
              <p:nvPr/>
            </p:nvSpPr>
            <p:spPr>
              <a:xfrm>
                <a:off x="1624087" y="1581482"/>
                <a:ext cx="89807" cy="89807"/>
              </a:xfrm>
              <a:prstGeom prst="flowChartConnector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Schemat blokowy: łącznik 87">
                <a:extLst>
                  <a:ext uri="{FF2B5EF4-FFF2-40B4-BE49-F238E27FC236}">
                    <a16:creationId xmlns:a16="http://schemas.microsoft.com/office/drawing/2014/main" id="{FE062567-B396-D773-8CFE-94FBC0B5B106}"/>
                  </a:ext>
                </a:extLst>
              </p:cNvPr>
              <p:cNvSpPr/>
              <p:nvPr/>
            </p:nvSpPr>
            <p:spPr>
              <a:xfrm>
                <a:off x="1930125" y="1583077"/>
                <a:ext cx="89807" cy="89807"/>
              </a:xfrm>
              <a:prstGeom prst="flowChartConnector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9" name="Łącznik prosty 168">
              <a:extLst>
                <a:ext uri="{FF2B5EF4-FFF2-40B4-BE49-F238E27FC236}">
                  <a16:creationId xmlns:a16="http://schemas.microsoft.com/office/drawing/2014/main" id="{6CFB3654-FF45-F76C-0894-B32CBE96E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8527" y="3288054"/>
              <a:ext cx="161924" cy="268259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Łącznik prosty 170">
              <a:extLst>
                <a:ext uri="{FF2B5EF4-FFF2-40B4-BE49-F238E27FC236}">
                  <a16:creationId xmlns:a16="http://schemas.microsoft.com/office/drawing/2014/main" id="{96045780-29DA-07C3-1ED9-BA05606316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198" y="3260344"/>
              <a:ext cx="161924" cy="268259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Łącznik prosty 171">
              <a:extLst>
                <a:ext uri="{FF2B5EF4-FFF2-40B4-BE49-F238E27FC236}">
                  <a16:creationId xmlns:a16="http://schemas.microsoft.com/office/drawing/2014/main" id="{D58BCE98-4F14-EAC8-89A2-80440E3788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7901" y="3228652"/>
              <a:ext cx="161924" cy="268259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9" name="Grupa 178">
              <a:extLst>
                <a:ext uri="{FF2B5EF4-FFF2-40B4-BE49-F238E27FC236}">
                  <a16:creationId xmlns:a16="http://schemas.microsoft.com/office/drawing/2014/main" id="{6E3129B0-ABD1-1690-D030-9964799E1939}"/>
                </a:ext>
              </a:extLst>
            </p:cNvPr>
            <p:cNvGrpSpPr/>
            <p:nvPr/>
          </p:nvGrpSpPr>
          <p:grpSpPr>
            <a:xfrm rot="7388762">
              <a:off x="1451006" y="3196865"/>
              <a:ext cx="272550" cy="327661"/>
              <a:chOff x="2180301" y="3381052"/>
              <a:chExt cx="272550" cy="327661"/>
            </a:xfrm>
          </p:grpSpPr>
          <p:cxnSp>
            <p:nvCxnSpPr>
              <p:cNvPr id="173" name="Łącznik prosty 172">
                <a:extLst>
                  <a:ext uri="{FF2B5EF4-FFF2-40B4-BE49-F238E27FC236}">
                    <a16:creationId xmlns:a16="http://schemas.microsoft.com/office/drawing/2014/main" id="{E8D904C1-DB3E-8631-BCA4-5F51459048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90927" y="3440454"/>
                <a:ext cx="161924" cy="268259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Łącznik prosty 173">
                <a:extLst>
                  <a:ext uri="{FF2B5EF4-FFF2-40B4-BE49-F238E27FC236}">
                    <a16:creationId xmlns:a16="http://schemas.microsoft.com/office/drawing/2014/main" id="{F92E5130-C3B1-4940-BFAD-F503F3215B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31598" y="3412744"/>
                <a:ext cx="161924" cy="268259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Łącznik prosty 174">
                <a:extLst>
                  <a:ext uri="{FF2B5EF4-FFF2-40B4-BE49-F238E27FC236}">
                    <a16:creationId xmlns:a16="http://schemas.microsoft.com/office/drawing/2014/main" id="{75F01D93-9F26-F5AE-DE33-93B239929F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0301" y="3381052"/>
                <a:ext cx="161924" cy="268259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81" name="Łącznik: zakrzywiony 180">
              <a:extLst>
                <a:ext uri="{FF2B5EF4-FFF2-40B4-BE49-F238E27FC236}">
                  <a16:creationId xmlns:a16="http://schemas.microsoft.com/office/drawing/2014/main" id="{C6EE3D80-608C-44C2-31DC-AE571D5916CC}"/>
                </a:ext>
              </a:extLst>
            </p:cNvPr>
            <p:cNvCxnSpPr/>
            <p:nvPr/>
          </p:nvCxnSpPr>
          <p:spPr>
            <a:xfrm>
              <a:off x="1732261" y="3496911"/>
              <a:ext cx="261135" cy="12700"/>
            </a:xfrm>
            <a:prstGeom prst="curvedConnector3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3" name="pole tekstowe 182">
            <a:extLst>
              <a:ext uri="{FF2B5EF4-FFF2-40B4-BE49-F238E27FC236}">
                <a16:creationId xmlns:a16="http://schemas.microsoft.com/office/drawing/2014/main" id="{C6431AB8-6E2F-DB5B-3172-DDFDD7E791A2}"/>
              </a:ext>
            </a:extLst>
          </p:cNvPr>
          <p:cNvSpPr txBox="1"/>
          <p:nvPr/>
        </p:nvSpPr>
        <p:spPr>
          <a:xfrm>
            <a:off x="466599" y="3814022"/>
            <a:ext cx="302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WSTYD</a:t>
            </a:r>
          </a:p>
        </p:txBody>
      </p:sp>
      <p:grpSp>
        <p:nvGrpSpPr>
          <p:cNvPr id="196" name="Grupa 195">
            <a:extLst>
              <a:ext uri="{FF2B5EF4-FFF2-40B4-BE49-F238E27FC236}">
                <a16:creationId xmlns:a16="http://schemas.microsoft.com/office/drawing/2014/main" id="{332066D9-27D9-9783-2B35-6E78C3D07AE0}"/>
              </a:ext>
            </a:extLst>
          </p:cNvPr>
          <p:cNvGrpSpPr/>
          <p:nvPr/>
        </p:nvGrpSpPr>
        <p:grpSpPr>
          <a:xfrm>
            <a:off x="5687786" y="2847227"/>
            <a:ext cx="930729" cy="947057"/>
            <a:chOff x="5687785" y="2847227"/>
            <a:chExt cx="930729" cy="947057"/>
          </a:xfrm>
        </p:grpSpPr>
        <p:grpSp>
          <p:nvGrpSpPr>
            <p:cNvPr id="193" name="Grupa 192">
              <a:extLst>
                <a:ext uri="{FF2B5EF4-FFF2-40B4-BE49-F238E27FC236}">
                  <a16:creationId xmlns:a16="http://schemas.microsoft.com/office/drawing/2014/main" id="{26395C29-5EEA-0800-515C-7BC726168162}"/>
                </a:ext>
              </a:extLst>
            </p:cNvPr>
            <p:cNvGrpSpPr/>
            <p:nvPr/>
          </p:nvGrpSpPr>
          <p:grpSpPr>
            <a:xfrm>
              <a:off x="5687785" y="2847227"/>
              <a:ext cx="930729" cy="947057"/>
              <a:chOff x="5687785" y="2847227"/>
              <a:chExt cx="930729" cy="947057"/>
            </a:xfrm>
          </p:grpSpPr>
          <p:sp>
            <p:nvSpPr>
              <p:cNvPr id="64" name="Owal 63">
                <a:extLst>
                  <a:ext uri="{FF2B5EF4-FFF2-40B4-BE49-F238E27FC236}">
                    <a16:creationId xmlns:a16="http://schemas.microsoft.com/office/drawing/2014/main" id="{100D2DE0-B596-8C08-8B98-01C08E780205}"/>
                  </a:ext>
                </a:extLst>
              </p:cNvPr>
              <p:cNvSpPr/>
              <p:nvPr/>
            </p:nvSpPr>
            <p:spPr>
              <a:xfrm>
                <a:off x="5687785" y="2847227"/>
                <a:ext cx="930729" cy="947057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7" name="Łącznik prosty 186">
                <a:extLst>
                  <a:ext uri="{FF2B5EF4-FFF2-40B4-BE49-F238E27FC236}">
                    <a16:creationId xmlns:a16="http://schemas.microsoft.com/office/drawing/2014/main" id="{FC840892-33DE-DC4D-3040-5AC8136DA41E}"/>
                  </a:ext>
                </a:extLst>
              </p:cNvPr>
              <p:cNvCxnSpPr/>
              <p:nvPr/>
            </p:nvCxnSpPr>
            <p:spPr>
              <a:xfrm>
                <a:off x="5946521" y="3429000"/>
                <a:ext cx="194274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Łącznik prosty 188">
                <a:extLst>
                  <a:ext uri="{FF2B5EF4-FFF2-40B4-BE49-F238E27FC236}">
                    <a16:creationId xmlns:a16="http://schemas.microsoft.com/office/drawing/2014/main" id="{46DFA568-1DE7-DC86-7CBF-0940CB167380}"/>
                  </a:ext>
                </a:extLst>
              </p:cNvPr>
              <p:cNvCxnSpPr/>
              <p:nvPr/>
            </p:nvCxnSpPr>
            <p:spPr>
              <a:xfrm flipH="1">
                <a:off x="6031554" y="3429000"/>
                <a:ext cx="109241" cy="42749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1" name="Łącznik prosty 190">
                <a:extLst>
                  <a:ext uri="{FF2B5EF4-FFF2-40B4-BE49-F238E27FC236}">
                    <a16:creationId xmlns:a16="http://schemas.microsoft.com/office/drawing/2014/main" id="{131F7019-6148-8F34-EB60-A3E860B7C93F}"/>
                  </a:ext>
                </a:extLst>
              </p:cNvPr>
              <p:cNvCxnSpPr/>
              <p:nvPr/>
            </p:nvCxnSpPr>
            <p:spPr>
              <a:xfrm>
                <a:off x="6031554" y="3471749"/>
                <a:ext cx="238192" cy="0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94" name="pole tekstowe 193">
              <a:extLst>
                <a:ext uri="{FF2B5EF4-FFF2-40B4-BE49-F238E27FC236}">
                  <a16:creationId xmlns:a16="http://schemas.microsoft.com/office/drawing/2014/main" id="{284C3C4E-61E2-EB18-6542-B6A85E9D2EC4}"/>
                </a:ext>
              </a:extLst>
            </p:cNvPr>
            <p:cNvSpPr txBox="1"/>
            <p:nvPr/>
          </p:nvSpPr>
          <p:spPr>
            <a:xfrm>
              <a:off x="5829776" y="2908895"/>
              <a:ext cx="7034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400" b="1" dirty="0"/>
                <a:t>&gt;  &lt;</a:t>
              </a:r>
              <a:r>
                <a:rPr lang="pl-PL" sz="2000" dirty="0"/>
                <a:t>  </a:t>
              </a:r>
            </a:p>
          </p:txBody>
        </p:sp>
      </p:grpSp>
      <p:sp>
        <p:nvSpPr>
          <p:cNvPr id="195" name="pole tekstowe 194">
            <a:extLst>
              <a:ext uri="{FF2B5EF4-FFF2-40B4-BE49-F238E27FC236}">
                <a16:creationId xmlns:a16="http://schemas.microsoft.com/office/drawing/2014/main" id="{D8363432-9823-B501-5182-41392418882A}"/>
              </a:ext>
            </a:extLst>
          </p:cNvPr>
          <p:cNvSpPr txBox="1"/>
          <p:nvPr/>
        </p:nvSpPr>
        <p:spPr>
          <a:xfrm>
            <a:off x="4669795" y="3833986"/>
            <a:ext cx="302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BÓL</a:t>
            </a:r>
          </a:p>
        </p:txBody>
      </p:sp>
      <p:grpSp>
        <p:nvGrpSpPr>
          <p:cNvPr id="204" name="Grupa 203">
            <a:extLst>
              <a:ext uri="{FF2B5EF4-FFF2-40B4-BE49-F238E27FC236}">
                <a16:creationId xmlns:a16="http://schemas.microsoft.com/office/drawing/2014/main" id="{1BCF7052-593B-64B8-FDF0-F817DEBCC2EC}"/>
              </a:ext>
            </a:extLst>
          </p:cNvPr>
          <p:cNvGrpSpPr/>
          <p:nvPr/>
        </p:nvGrpSpPr>
        <p:grpSpPr>
          <a:xfrm>
            <a:off x="9818928" y="2847225"/>
            <a:ext cx="930729" cy="955003"/>
            <a:chOff x="9818926" y="2847226"/>
            <a:chExt cx="930729" cy="955002"/>
          </a:xfrm>
        </p:grpSpPr>
        <p:sp>
          <p:nvSpPr>
            <p:cNvPr id="33" name="Owal 32">
              <a:extLst>
                <a:ext uri="{FF2B5EF4-FFF2-40B4-BE49-F238E27FC236}">
                  <a16:creationId xmlns:a16="http://schemas.microsoft.com/office/drawing/2014/main" id="{0E5BA323-13FB-B2DD-2E2F-53073874FFB1}"/>
                </a:ext>
              </a:extLst>
            </p:cNvPr>
            <p:cNvSpPr/>
            <p:nvPr/>
          </p:nvSpPr>
          <p:spPr>
            <a:xfrm>
              <a:off x="9818926" y="2847226"/>
              <a:ext cx="930729" cy="947057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00" name="Księżyc 199">
              <a:extLst>
                <a:ext uri="{FF2B5EF4-FFF2-40B4-BE49-F238E27FC236}">
                  <a16:creationId xmlns:a16="http://schemas.microsoft.com/office/drawing/2014/main" id="{482D6E79-8D20-DFC9-B317-CFB711565549}"/>
                </a:ext>
              </a:extLst>
            </p:cNvPr>
            <p:cNvSpPr/>
            <p:nvPr/>
          </p:nvSpPr>
          <p:spPr>
            <a:xfrm rot="5400000">
              <a:off x="10062179" y="3042866"/>
              <a:ext cx="55076" cy="152753"/>
            </a:xfrm>
            <a:prstGeom prst="moon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01" name="Księżyc 200">
              <a:extLst>
                <a:ext uri="{FF2B5EF4-FFF2-40B4-BE49-F238E27FC236}">
                  <a16:creationId xmlns:a16="http://schemas.microsoft.com/office/drawing/2014/main" id="{426F1060-BAE4-F830-FA3E-92FD161D18D0}"/>
                </a:ext>
              </a:extLst>
            </p:cNvPr>
            <p:cNvSpPr/>
            <p:nvPr/>
          </p:nvSpPr>
          <p:spPr>
            <a:xfrm rot="5400000">
              <a:off x="10416464" y="3042867"/>
              <a:ext cx="55076" cy="152753"/>
            </a:xfrm>
            <a:prstGeom prst="moon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02" name="Schemat blokowy: terminator 201">
              <a:extLst>
                <a:ext uri="{FF2B5EF4-FFF2-40B4-BE49-F238E27FC236}">
                  <a16:creationId xmlns:a16="http://schemas.microsoft.com/office/drawing/2014/main" id="{1F1F00B1-259D-7533-BAD5-FE6E72C0448F}"/>
                </a:ext>
              </a:extLst>
            </p:cNvPr>
            <p:cNvSpPr/>
            <p:nvPr/>
          </p:nvSpPr>
          <p:spPr>
            <a:xfrm>
              <a:off x="10052419" y="3422183"/>
              <a:ext cx="407320" cy="124749"/>
            </a:xfrm>
            <a:prstGeom prst="flowChartTerminator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03" name="Łuk blokowy 202">
              <a:extLst>
                <a:ext uri="{FF2B5EF4-FFF2-40B4-BE49-F238E27FC236}">
                  <a16:creationId xmlns:a16="http://schemas.microsoft.com/office/drawing/2014/main" id="{5850D474-03A7-DDEB-9D0A-0E0AD42846BF}"/>
                </a:ext>
              </a:extLst>
            </p:cNvPr>
            <p:cNvSpPr/>
            <p:nvPr/>
          </p:nvSpPr>
          <p:spPr>
            <a:xfrm rot="10800000">
              <a:off x="10198604" y="3204293"/>
              <a:ext cx="125202" cy="597935"/>
            </a:xfrm>
            <a:prstGeom prst="blockArc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</p:grpSp>
      <p:sp>
        <p:nvSpPr>
          <p:cNvPr id="205" name="pole tekstowe 204">
            <a:extLst>
              <a:ext uri="{FF2B5EF4-FFF2-40B4-BE49-F238E27FC236}">
                <a16:creationId xmlns:a16="http://schemas.microsoft.com/office/drawing/2014/main" id="{358A5122-3624-E119-D325-F9D39E1A1DF3}"/>
              </a:ext>
            </a:extLst>
          </p:cNvPr>
          <p:cNvSpPr txBox="1"/>
          <p:nvPr/>
        </p:nvSpPr>
        <p:spPr>
          <a:xfrm>
            <a:off x="8779616" y="3863944"/>
            <a:ext cx="302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OBRZYDZENIE</a:t>
            </a:r>
          </a:p>
        </p:txBody>
      </p:sp>
      <p:grpSp>
        <p:nvGrpSpPr>
          <p:cNvPr id="215" name="Grupa 214">
            <a:extLst>
              <a:ext uri="{FF2B5EF4-FFF2-40B4-BE49-F238E27FC236}">
                <a16:creationId xmlns:a16="http://schemas.microsoft.com/office/drawing/2014/main" id="{33FF0301-84B6-5B69-F94F-97F28E31C6D3}"/>
              </a:ext>
            </a:extLst>
          </p:cNvPr>
          <p:cNvGrpSpPr/>
          <p:nvPr/>
        </p:nvGrpSpPr>
        <p:grpSpPr>
          <a:xfrm>
            <a:off x="1417230" y="4462808"/>
            <a:ext cx="1167117" cy="947057"/>
            <a:chOff x="1417229" y="4462806"/>
            <a:chExt cx="1167117" cy="947057"/>
          </a:xfrm>
        </p:grpSpPr>
        <p:sp>
          <p:nvSpPr>
            <p:cNvPr id="90" name="Owal 89">
              <a:extLst>
                <a:ext uri="{FF2B5EF4-FFF2-40B4-BE49-F238E27FC236}">
                  <a16:creationId xmlns:a16="http://schemas.microsoft.com/office/drawing/2014/main" id="{AA34FAC3-6882-2413-217D-49720B936C92}"/>
                </a:ext>
              </a:extLst>
            </p:cNvPr>
            <p:cNvSpPr/>
            <p:nvPr/>
          </p:nvSpPr>
          <p:spPr>
            <a:xfrm>
              <a:off x="1466800" y="4462806"/>
              <a:ext cx="930729" cy="947057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06" name="Serce 205">
              <a:extLst>
                <a:ext uri="{FF2B5EF4-FFF2-40B4-BE49-F238E27FC236}">
                  <a16:creationId xmlns:a16="http://schemas.microsoft.com/office/drawing/2014/main" id="{5D4981D8-C25B-8DA9-9518-A939E91ED205}"/>
                </a:ext>
              </a:extLst>
            </p:cNvPr>
            <p:cNvSpPr/>
            <p:nvPr/>
          </p:nvSpPr>
          <p:spPr>
            <a:xfrm>
              <a:off x="1631419" y="4717585"/>
              <a:ext cx="155249" cy="159021"/>
            </a:xfrm>
            <a:prstGeom prst="hear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sp>
          <p:nvSpPr>
            <p:cNvPr id="207" name="Serce 206">
              <a:extLst>
                <a:ext uri="{FF2B5EF4-FFF2-40B4-BE49-F238E27FC236}">
                  <a16:creationId xmlns:a16="http://schemas.microsoft.com/office/drawing/2014/main" id="{F7CDF213-668A-D464-F080-0ED2B1146BF5}"/>
                </a:ext>
              </a:extLst>
            </p:cNvPr>
            <p:cNvSpPr/>
            <p:nvPr/>
          </p:nvSpPr>
          <p:spPr>
            <a:xfrm>
              <a:off x="2022796" y="4742003"/>
              <a:ext cx="155249" cy="159021"/>
            </a:xfrm>
            <a:prstGeom prst="hear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cxnSp>
          <p:nvCxnSpPr>
            <p:cNvPr id="209" name="Łącznik prosty 208">
              <a:extLst>
                <a:ext uri="{FF2B5EF4-FFF2-40B4-BE49-F238E27FC236}">
                  <a16:creationId xmlns:a16="http://schemas.microsoft.com/office/drawing/2014/main" id="{FA837A91-A782-081A-39E3-AF25F04DBEDF}"/>
                </a:ext>
              </a:extLst>
            </p:cNvPr>
            <p:cNvCxnSpPr>
              <a:stCxn id="206" idx="0"/>
              <a:endCxn id="207" idx="0"/>
            </p:cNvCxnSpPr>
            <p:nvPr/>
          </p:nvCxnSpPr>
          <p:spPr>
            <a:xfrm>
              <a:off x="1709044" y="4757340"/>
              <a:ext cx="391377" cy="24418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1" name="Łącznik prosty 210">
              <a:extLst>
                <a:ext uri="{FF2B5EF4-FFF2-40B4-BE49-F238E27FC236}">
                  <a16:creationId xmlns:a16="http://schemas.microsoft.com/office/drawing/2014/main" id="{19FA960C-C249-1EEE-4DC3-348FD5AF73DA}"/>
                </a:ext>
              </a:extLst>
            </p:cNvPr>
            <p:cNvCxnSpPr>
              <a:cxnSpLocks/>
              <a:endCxn id="213" idx="2"/>
            </p:cNvCxnSpPr>
            <p:nvPr/>
          </p:nvCxnSpPr>
          <p:spPr>
            <a:xfrm>
              <a:off x="1705502" y="5015474"/>
              <a:ext cx="516402" cy="37885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2" name="Łuk 211">
              <a:extLst>
                <a:ext uri="{FF2B5EF4-FFF2-40B4-BE49-F238E27FC236}">
                  <a16:creationId xmlns:a16="http://schemas.microsoft.com/office/drawing/2014/main" id="{184AB9E8-C206-3744-88FA-430E54031C10}"/>
                </a:ext>
              </a:extLst>
            </p:cNvPr>
            <p:cNvSpPr/>
            <p:nvPr/>
          </p:nvSpPr>
          <p:spPr>
            <a:xfrm rot="10800000">
              <a:off x="1692539" y="4772409"/>
              <a:ext cx="891807" cy="461664"/>
            </a:xfrm>
            <a:prstGeom prst="arc">
              <a:avLst>
                <a:gd name="adj1" fmla="val 18363361"/>
                <a:gd name="adj2" fmla="val 0"/>
              </a:avLst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13" name="Łuk 212">
              <a:extLst>
                <a:ext uri="{FF2B5EF4-FFF2-40B4-BE49-F238E27FC236}">
                  <a16:creationId xmlns:a16="http://schemas.microsoft.com/office/drawing/2014/main" id="{E5D06BA1-5465-44E1-08D9-2F25D6DBB57D}"/>
                </a:ext>
              </a:extLst>
            </p:cNvPr>
            <p:cNvSpPr/>
            <p:nvPr/>
          </p:nvSpPr>
          <p:spPr>
            <a:xfrm rot="11262125" flipH="1">
              <a:off x="1417229" y="4780570"/>
              <a:ext cx="808321" cy="437246"/>
            </a:xfrm>
            <a:prstGeom prst="arc">
              <a:avLst>
                <a:gd name="adj1" fmla="val 18363361"/>
                <a:gd name="adj2" fmla="val 0"/>
              </a:avLst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sp>
        <p:nvSpPr>
          <p:cNvPr id="216" name="pole tekstowe 215">
            <a:extLst>
              <a:ext uri="{FF2B5EF4-FFF2-40B4-BE49-F238E27FC236}">
                <a16:creationId xmlns:a16="http://schemas.microsoft.com/office/drawing/2014/main" id="{A40E4807-6E7F-C85F-F416-AB7470A80F0E}"/>
              </a:ext>
            </a:extLst>
          </p:cNvPr>
          <p:cNvSpPr txBox="1"/>
          <p:nvPr/>
        </p:nvSpPr>
        <p:spPr>
          <a:xfrm>
            <a:off x="466599" y="5468652"/>
            <a:ext cx="302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dirty="0"/>
              <a:t>ZACHWYT</a:t>
            </a:r>
          </a:p>
        </p:txBody>
      </p:sp>
    </p:spTree>
    <p:extLst>
      <p:ext uri="{BB962C8B-B14F-4D97-AF65-F5344CB8AC3E}">
        <p14:creationId xmlns:p14="http://schemas.microsoft.com/office/powerpoint/2010/main" val="1165555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01B48E-9F81-A395-7967-7C65A837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3357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l-PL" sz="5400" b="1" i="1" u="sng" dirty="0"/>
              <a:t>JAK BARDZO TO CZUJESZ?</a:t>
            </a:r>
          </a:p>
        </p:txBody>
      </p:sp>
      <p:grpSp>
        <p:nvGrpSpPr>
          <p:cNvPr id="64" name="Grupa 63">
            <a:extLst>
              <a:ext uri="{FF2B5EF4-FFF2-40B4-BE49-F238E27FC236}">
                <a16:creationId xmlns:a16="http://schemas.microsoft.com/office/drawing/2014/main" id="{A720A84B-5716-DD0A-A8A4-DF16D14F25C7}"/>
              </a:ext>
            </a:extLst>
          </p:cNvPr>
          <p:cNvGrpSpPr/>
          <p:nvPr/>
        </p:nvGrpSpPr>
        <p:grpSpPr>
          <a:xfrm>
            <a:off x="770467" y="1944134"/>
            <a:ext cx="10312400" cy="3266770"/>
            <a:chOff x="770467" y="2302933"/>
            <a:chExt cx="10312400" cy="3266769"/>
          </a:xfrm>
        </p:grpSpPr>
        <p:sp>
          <p:nvSpPr>
            <p:cNvPr id="4" name="Strzałka: w prawo 3">
              <a:extLst>
                <a:ext uri="{FF2B5EF4-FFF2-40B4-BE49-F238E27FC236}">
                  <a16:creationId xmlns:a16="http://schemas.microsoft.com/office/drawing/2014/main" id="{667E9FDB-F538-9BF6-F489-290C67C1FE05}"/>
                </a:ext>
              </a:extLst>
            </p:cNvPr>
            <p:cNvSpPr/>
            <p:nvPr/>
          </p:nvSpPr>
          <p:spPr>
            <a:xfrm>
              <a:off x="770467" y="2302933"/>
              <a:ext cx="10312400" cy="2692400"/>
            </a:xfrm>
            <a:prstGeom prst="rightArrow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>
                <a:solidFill>
                  <a:schemeClr val="tx1"/>
                </a:solidFill>
              </a:endParaRPr>
            </a:p>
          </p:txBody>
        </p:sp>
        <p:grpSp>
          <p:nvGrpSpPr>
            <p:cNvPr id="45" name="Grupa 44">
              <a:extLst>
                <a:ext uri="{FF2B5EF4-FFF2-40B4-BE49-F238E27FC236}">
                  <a16:creationId xmlns:a16="http://schemas.microsoft.com/office/drawing/2014/main" id="{CBD5D064-2EF6-9322-E567-0BDBBFF45C20}"/>
                </a:ext>
              </a:extLst>
            </p:cNvPr>
            <p:cNvGrpSpPr/>
            <p:nvPr/>
          </p:nvGrpSpPr>
          <p:grpSpPr>
            <a:xfrm>
              <a:off x="1498750" y="3563222"/>
              <a:ext cx="444349" cy="472236"/>
              <a:chOff x="931483" y="3755174"/>
              <a:chExt cx="444349" cy="472236"/>
            </a:xfrm>
          </p:grpSpPr>
          <p:sp>
            <p:nvSpPr>
              <p:cNvPr id="36" name="Owal 35">
                <a:extLst>
                  <a:ext uri="{FF2B5EF4-FFF2-40B4-BE49-F238E27FC236}">
                    <a16:creationId xmlns:a16="http://schemas.microsoft.com/office/drawing/2014/main" id="{3119CA0A-CDA2-FA1D-B2E5-F404845BFC6F}"/>
                  </a:ext>
                </a:extLst>
              </p:cNvPr>
              <p:cNvSpPr/>
              <p:nvPr/>
            </p:nvSpPr>
            <p:spPr>
              <a:xfrm>
                <a:off x="931483" y="3755174"/>
                <a:ext cx="444349" cy="472236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Schemat blokowy: łącznik 40">
                <a:extLst>
                  <a:ext uri="{FF2B5EF4-FFF2-40B4-BE49-F238E27FC236}">
                    <a16:creationId xmlns:a16="http://schemas.microsoft.com/office/drawing/2014/main" id="{AE6AEE01-08B6-2F07-5A3A-C03DDD55E7A0}"/>
                  </a:ext>
                </a:extLst>
              </p:cNvPr>
              <p:cNvSpPr/>
              <p:nvPr/>
            </p:nvSpPr>
            <p:spPr>
              <a:xfrm flipH="1" flipV="1">
                <a:off x="989156" y="3892733"/>
                <a:ext cx="74635" cy="45719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Schemat blokowy: łącznik 41">
                <a:extLst>
                  <a:ext uri="{FF2B5EF4-FFF2-40B4-BE49-F238E27FC236}">
                    <a16:creationId xmlns:a16="http://schemas.microsoft.com/office/drawing/2014/main" id="{24F687A1-8245-1F2C-F66B-E62B0DEED484}"/>
                  </a:ext>
                </a:extLst>
              </p:cNvPr>
              <p:cNvSpPr/>
              <p:nvPr/>
            </p:nvSpPr>
            <p:spPr>
              <a:xfrm flipH="1" flipV="1">
                <a:off x="1213495" y="3918964"/>
                <a:ext cx="74635" cy="45719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4" name="Łącznik prosty 43">
              <a:extLst>
                <a:ext uri="{FF2B5EF4-FFF2-40B4-BE49-F238E27FC236}">
                  <a16:creationId xmlns:a16="http://schemas.microsoft.com/office/drawing/2014/main" id="{82E831EB-C668-C347-5D39-724B1A939CE8}"/>
                </a:ext>
              </a:extLst>
            </p:cNvPr>
            <p:cNvCxnSpPr>
              <a:cxnSpLocks/>
            </p:cNvCxnSpPr>
            <p:nvPr/>
          </p:nvCxnSpPr>
          <p:spPr>
            <a:xfrm>
              <a:off x="3225800" y="2946400"/>
              <a:ext cx="0" cy="1353691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Grupa 45">
              <a:extLst>
                <a:ext uri="{FF2B5EF4-FFF2-40B4-BE49-F238E27FC236}">
                  <a16:creationId xmlns:a16="http://schemas.microsoft.com/office/drawing/2014/main" id="{E5ABFE2E-B93E-2E23-CA90-8FC7C8845908}"/>
                </a:ext>
              </a:extLst>
            </p:cNvPr>
            <p:cNvGrpSpPr/>
            <p:nvPr/>
          </p:nvGrpSpPr>
          <p:grpSpPr>
            <a:xfrm>
              <a:off x="4374965" y="3257834"/>
              <a:ext cx="890083" cy="782598"/>
              <a:chOff x="931483" y="3755174"/>
              <a:chExt cx="444349" cy="472236"/>
            </a:xfrm>
          </p:grpSpPr>
          <p:sp>
            <p:nvSpPr>
              <p:cNvPr id="50" name="Owal 49">
                <a:extLst>
                  <a:ext uri="{FF2B5EF4-FFF2-40B4-BE49-F238E27FC236}">
                    <a16:creationId xmlns:a16="http://schemas.microsoft.com/office/drawing/2014/main" id="{10109BC5-EA48-A06B-4936-BD40E8CD8B01}"/>
                  </a:ext>
                </a:extLst>
              </p:cNvPr>
              <p:cNvSpPr/>
              <p:nvPr/>
            </p:nvSpPr>
            <p:spPr>
              <a:xfrm>
                <a:off x="931483" y="3755174"/>
                <a:ext cx="444349" cy="472236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Schemat blokowy: łącznik 47">
                <a:extLst>
                  <a:ext uri="{FF2B5EF4-FFF2-40B4-BE49-F238E27FC236}">
                    <a16:creationId xmlns:a16="http://schemas.microsoft.com/office/drawing/2014/main" id="{C9383BAC-9925-E9BA-A71D-28F1733283EE}"/>
                  </a:ext>
                </a:extLst>
              </p:cNvPr>
              <p:cNvSpPr/>
              <p:nvPr/>
            </p:nvSpPr>
            <p:spPr>
              <a:xfrm flipH="1" flipV="1">
                <a:off x="989156" y="3892733"/>
                <a:ext cx="74635" cy="45719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Schemat blokowy: łącznik 48">
                <a:extLst>
                  <a:ext uri="{FF2B5EF4-FFF2-40B4-BE49-F238E27FC236}">
                    <a16:creationId xmlns:a16="http://schemas.microsoft.com/office/drawing/2014/main" id="{7C5216F1-5DE6-21AB-DD5E-B9336D05BBEC}"/>
                  </a:ext>
                </a:extLst>
              </p:cNvPr>
              <p:cNvSpPr/>
              <p:nvPr/>
            </p:nvSpPr>
            <p:spPr>
              <a:xfrm flipH="1" flipV="1">
                <a:off x="1213495" y="3918964"/>
                <a:ext cx="74635" cy="45719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Grupa 51">
              <a:extLst>
                <a:ext uri="{FF2B5EF4-FFF2-40B4-BE49-F238E27FC236}">
                  <a16:creationId xmlns:a16="http://schemas.microsoft.com/office/drawing/2014/main" id="{12F19FC4-1667-45B9-6B0A-AAE2D2D91DDA}"/>
                </a:ext>
              </a:extLst>
            </p:cNvPr>
            <p:cNvGrpSpPr/>
            <p:nvPr/>
          </p:nvGrpSpPr>
          <p:grpSpPr>
            <a:xfrm>
              <a:off x="7722730" y="3096422"/>
              <a:ext cx="1422370" cy="1017227"/>
              <a:chOff x="931483" y="3755174"/>
              <a:chExt cx="444349" cy="472236"/>
            </a:xfrm>
          </p:grpSpPr>
          <p:sp>
            <p:nvSpPr>
              <p:cNvPr id="56" name="Owal 55">
                <a:extLst>
                  <a:ext uri="{FF2B5EF4-FFF2-40B4-BE49-F238E27FC236}">
                    <a16:creationId xmlns:a16="http://schemas.microsoft.com/office/drawing/2014/main" id="{17622736-6E68-7630-E785-E23279AFC280}"/>
                  </a:ext>
                </a:extLst>
              </p:cNvPr>
              <p:cNvSpPr/>
              <p:nvPr/>
            </p:nvSpPr>
            <p:spPr>
              <a:xfrm>
                <a:off x="931483" y="3755174"/>
                <a:ext cx="444349" cy="472236"/>
              </a:xfrm>
              <a:prstGeom prst="ellipse">
                <a:avLst/>
              </a:prstGeom>
              <a:solidFill>
                <a:schemeClr val="bg1"/>
              </a:solidFill>
              <a:ln w="857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Schemat blokowy: łącznik 53">
                <a:extLst>
                  <a:ext uri="{FF2B5EF4-FFF2-40B4-BE49-F238E27FC236}">
                    <a16:creationId xmlns:a16="http://schemas.microsoft.com/office/drawing/2014/main" id="{1EE5F8A5-E72D-5F99-0EE6-88116A6A8875}"/>
                  </a:ext>
                </a:extLst>
              </p:cNvPr>
              <p:cNvSpPr/>
              <p:nvPr/>
            </p:nvSpPr>
            <p:spPr>
              <a:xfrm flipH="1" flipV="1">
                <a:off x="989156" y="3892733"/>
                <a:ext cx="74635" cy="45719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Schemat blokowy: łącznik 54">
                <a:extLst>
                  <a:ext uri="{FF2B5EF4-FFF2-40B4-BE49-F238E27FC236}">
                    <a16:creationId xmlns:a16="http://schemas.microsoft.com/office/drawing/2014/main" id="{1B4E6174-0CDB-A975-F725-416A947DB756}"/>
                  </a:ext>
                </a:extLst>
              </p:cNvPr>
              <p:cNvSpPr/>
              <p:nvPr/>
            </p:nvSpPr>
            <p:spPr>
              <a:xfrm flipH="1" flipV="1">
                <a:off x="1213495" y="3918964"/>
                <a:ext cx="74635" cy="45719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9" name="Łącznik prosty 58">
              <a:extLst>
                <a:ext uri="{FF2B5EF4-FFF2-40B4-BE49-F238E27FC236}">
                  <a16:creationId xmlns:a16="http://schemas.microsoft.com/office/drawing/2014/main" id="{530FCF96-2F34-3D02-3C12-8C873D434201}"/>
                </a:ext>
              </a:extLst>
            </p:cNvPr>
            <p:cNvCxnSpPr>
              <a:cxnSpLocks/>
            </p:cNvCxnSpPr>
            <p:nvPr/>
          </p:nvCxnSpPr>
          <p:spPr>
            <a:xfrm>
              <a:off x="6663266" y="3015682"/>
              <a:ext cx="0" cy="1353691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pole tekstowe 59">
              <a:extLst>
                <a:ext uri="{FF2B5EF4-FFF2-40B4-BE49-F238E27FC236}">
                  <a16:creationId xmlns:a16="http://schemas.microsoft.com/office/drawing/2014/main" id="{C0C4F392-7552-F856-E45A-1E752683FB84}"/>
                </a:ext>
              </a:extLst>
            </p:cNvPr>
            <p:cNvSpPr txBox="1"/>
            <p:nvPr/>
          </p:nvSpPr>
          <p:spPr>
            <a:xfrm>
              <a:off x="924403" y="4369373"/>
              <a:ext cx="14547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l-PL" sz="2400" b="1" dirty="0"/>
                <a:t>MAŁO PRAWIE W OGÓLE</a:t>
              </a:r>
            </a:p>
          </p:txBody>
        </p:sp>
        <p:sp>
          <p:nvSpPr>
            <p:cNvPr id="61" name="pole tekstowe 60">
              <a:extLst>
                <a:ext uri="{FF2B5EF4-FFF2-40B4-BE49-F238E27FC236}">
                  <a16:creationId xmlns:a16="http://schemas.microsoft.com/office/drawing/2014/main" id="{6ECFAF08-B6DA-A40F-ADA9-A88080611D1D}"/>
                </a:ext>
              </a:extLst>
            </p:cNvPr>
            <p:cNvSpPr txBox="1"/>
            <p:nvPr/>
          </p:nvSpPr>
          <p:spPr>
            <a:xfrm>
              <a:off x="3335866" y="4369372"/>
              <a:ext cx="3174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dirty="0"/>
                <a:t>TROCHĘ</a:t>
              </a:r>
            </a:p>
          </p:txBody>
        </p:sp>
        <p:sp>
          <p:nvSpPr>
            <p:cNvPr id="62" name="pole tekstowe 61">
              <a:extLst>
                <a:ext uri="{FF2B5EF4-FFF2-40B4-BE49-F238E27FC236}">
                  <a16:creationId xmlns:a16="http://schemas.microsoft.com/office/drawing/2014/main" id="{E605DCF8-4B51-7043-2450-CA999888312D}"/>
                </a:ext>
              </a:extLst>
            </p:cNvPr>
            <p:cNvSpPr txBox="1"/>
            <p:nvPr/>
          </p:nvSpPr>
          <p:spPr>
            <a:xfrm>
              <a:off x="6396571" y="4425726"/>
              <a:ext cx="3174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l-PL" sz="2400" b="1" dirty="0"/>
                <a:t>BARDZO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524429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1325</TotalTime>
  <Words>114</Words>
  <Application>Microsoft Office PowerPoint</Application>
  <PresentationFormat>Panoramiczny</PresentationFormat>
  <Paragraphs>59</Paragraphs>
  <Slides>7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Motyw pakietu Office</vt:lpstr>
      <vt:lpstr>tablice do alternatywnej komunikacji (AAC)</vt:lpstr>
      <vt:lpstr>Spis treści</vt:lpstr>
      <vt:lpstr>Miejsca cz. 1</vt:lpstr>
      <vt:lpstr>Miejsca cz. 2</vt:lpstr>
      <vt:lpstr>Emocje cz. 1</vt:lpstr>
      <vt:lpstr>Emocje cz. 2</vt:lpstr>
      <vt:lpstr>JAK BARDZO TO CZUJESZ?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Joanna Michel</dc:creator>
  <cp:lastModifiedBy>Joanna Michel</cp:lastModifiedBy>
  <cp:revision>23</cp:revision>
  <cp:lastPrinted>2026-03-04T21:38:44Z</cp:lastPrinted>
  <dcterms:created xsi:type="dcterms:W3CDTF">2026-03-02T17:30:22Z</dcterms:created>
  <dcterms:modified xsi:type="dcterms:W3CDTF">2026-09-14T19:45:58Z</dcterms:modified>
</cp:coreProperties>
</file>